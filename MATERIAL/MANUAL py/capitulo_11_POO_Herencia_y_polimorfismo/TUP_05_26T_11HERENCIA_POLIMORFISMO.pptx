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72" r:id="rId1"/>
  </p:sldMasterIdLst>
  <p:notesMasterIdLst>
    <p:notesMasterId r:id="rId25"/>
  </p:notesMasterIdLst>
  <p:sldIdLst>
    <p:sldId id="342" r:id="rId2"/>
    <p:sldId id="307" r:id="rId3"/>
    <p:sldId id="310" r:id="rId4"/>
    <p:sldId id="311" r:id="rId5"/>
    <p:sldId id="312" r:id="rId6"/>
    <p:sldId id="313" r:id="rId7"/>
    <p:sldId id="314" r:id="rId8"/>
    <p:sldId id="315" r:id="rId9"/>
    <p:sldId id="316" r:id="rId10"/>
    <p:sldId id="317" r:id="rId11"/>
    <p:sldId id="318" r:id="rId12"/>
    <p:sldId id="319" r:id="rId13"/>
    <p:sldId id="320" r:id="rId14"/>
    <p:sldId id="322" r:id="rId15"/>
    <p:sldId id="323" r:id="rId16"/>
    <p:sldId id="324" r:id="rId17"/>
    <p:sldId id="325" r:id="rId18"/>
    <p:sldId id="326" r:id="rId19"/>
    <p:sldId id="327" r:id="rId20"/>
    <p:sldId id="328" r:id="rId21"/>
    <p:sldId id="337" r:id="rId22"/>
    <p:sldId id="338" r:id="rId23"/>
    <p:sldId id="340" r:id="rId24"/>
  </p:sldIdLst>
  <p:sldSz cx="12192000" cy="6858000"/>
  <p:notesSz cx="6858000" cy="12192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E674144-A586-4A9D-9E9D-9EC8A5CE0235}" v="11" dt="2026-09-09T11:24:39.6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rgio maldonado" userId="8754a5a4c21fad15" providerId="LiveId" clId="{B8EF9E37-8611-4B6B-80C5-4D41CFD2FC6C}"/>
    <pc:docChg chg="undo custSel addSld delSld modSld sldOrd">
      <pc:chgData name="sergio maldonado" userId="8754a5a4c21fad15" providerId="LiveId" clId="{B8EF9E37-8611-4B6B-80C5-4D41CFD2FC6C}" dt="2026-09-09T12:27:30.020" v="618" actId="47"/>
      <pc:docMkLst>
        <pc:docMk/>
      </pc:docMkLst>
      <pc:sldChg chg="del">
        <pc:chgData name="sergio maldonado" userId="8754a5a4c21fad15" providerId="LiveId" clId="{B8EF9E37-8611-4B6B-80C5-4D41CFD2FC6C}" dt="2026-09-09T09:59:56.707" v="2"/>
        <pc:sldMkLst>
          <pc:docMk/>
          <pc:sldMk cId="2432783491" sldId="276"/>
        </pc:sldMkLst>
      </pc:sldChg>
      <pc:sldChg chg="del">
        <pc:chgData name="sergio maldonado" userId="8754a5a4c21fad15" providerId="LiveId" clId="{B8EF9E37-8611-4B6B-80C5-4D41CFD2FC6C}" dt="2026-09-09T10:08:00.822" v="87"/>
        <pc:sldMkLst>
          <pc:docMk/>
          <pc:sldMk cId="2365108830" sldId="277"/>
        </pc:sldMkLst>
      </pc:sldChg>
      <pc:sldChg chg="modSp add del mod">
        <pc:chgData name="sergio maldonado" userId="8754a5a4c21fad15" providerId="LiveId" clId="{B8EF9E37-8611-4B6B-80C5-4D41CFD2FC6C}" dt="2026-09-09T10:28:47.929" v="193"/>
        <pc:sldMkLst>
          <pc:docMk/>
          <pc:sldMk cId="2166097870" sldId="278"/>
        </pc:sldMkLst>
        <pc:spChg chg="mod">
          <ac:chgData name="sergio maldonado" userId="8754a5a4c21fad15" providerId="LiveId" clId="{B8EF9E37-8611-4B6B-80C5-4D41CFD2FC6C}" dt="2026-09-09T10:07:19.306" v="83" actId="20577"/>
          <ac:spMkLst>
            <pc:docMk/>
            <pc:sldMk cId="2166097870" sldId="278"/>
            <ac:spMk id="2" creationId="{00000000-0000-0000-0000-000000000000}"/>
          </ac:spMkLst>
        </pc:spChg>
        <pc:spChg chg="mod">
          <ac:chgData name="sergio maldonado" userId="8754a5a4c21fad15" providerId="LiveId" clId="{B8EF9E37-8611-4B6B-80C5-4D41CFD2FC6C}" dt="2026-09-09T10:07:28.839" v="84" actId="1076"/>
          <ac:spMkLst>
            <pc:docMk/>
            <pc:sldMk cId="2166097870" sldId="278"/>
            <ac:spMk id="4" creationId="{00000000-0000-0000-0000-000000000000}"/>
          </ac:spMkLst>
        </pc:spChg>
        <pc:spChg chg="mod">
          <ac:chgData name="sergio maldonado" userId="8754a5a4c21fad15" providerId="LiveId" clId="{B8EF9E37-8611-4B6B-80C5-4D41CFD2FC6C}" dt="2026-09-09T10:07:15.986" v="80" actId="20577"/>
          <ac:spMkLst>
            <pc:docMk/>
            <pc:sldMk cId="2166097870" sldId="278"/>
            <ac:spMk id="13" creationId="{3F6B376F-52D8-D63F-D6C9-9A5AD92C48C3}"/>
          </ac:spMkLst>
        </pc:spChg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3353502612" sldId="278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345604949" sldId="279"/>
        </pc:sldMkLst>
      </pc:sldChg>
      <pc:sldChg chg="new del">
        <pc:chgData name="sergio maldonado" userId="8754a5a4c21fad15" providerId="LiveId" clId="{B8EF9E37-8611-4B6B-80C5-4D41CFD2FC6C}" dt="2026-09-09T10:10:16.978" v="95"/>
        <pc:sldMkLst>
          <pc:docMk/>
          <pc:sldMk cId="3464390803" sldId="279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2011039511" sldId="280"/>
        </pc:sldMkLst>
      </pc:sldChg>
      <pc:sldChg chg="new del">
        <pc:chgData name="sergio maldonado" userId="8754a5a4c21fad15" providerId="LiveId" clId="{B8EF9E37-8611-4B6B-80C5-4D41CFD2FC6C}" dt="2026-09-09T10:06:33.617" v="10"/>
        <pc:sldMkLst>
          <pc:docMk/>
          <pc:sldMk cId="2076593398" sldId="280"/>
        </pc:sldMkLst>
      </pc:sldChg>
      <pc:sldChg chg="new del">
        <pc:chgData name="sergio maldonado" userId="8754a5a4c21fad15" providerId="LiveId" clId="{B8EF9E37-8611-4B6B-80C5-4D41CFD2FC6C}" dt="2026-09-09T10:11:11.106" v="101"/>
        <pc:sldMkLst>
          <pc:docMk/>
          <pc:sldMk cId="3199133149" sldId="280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473289992" sldId="281"/>
        </pc:sldMkLst>
      </pc:sldChg>
      <pc:sldChg chg="new del">
        <pc:chgData name="sergio maldonado" userId="8754a5a4c21fad15" providerId="LiveId" clId="{B8EF9E37-8611-4B6B-80C5-4D41CFD2FC6C}" dt="2026-09-09T10:06:55.860" v="13"/>
        <pc:sldMkLst>
          <pc:docMk/>
          <pc:sldMk cId="1323784519" sldId="281"/>
        </pc:sldMkLst>
      </pc:sldChg>
      <pc:sldChg chg="new del">
        <pc:chgData name="sergio maldonado" userId="8754a5a4c21fad15" providerId="LiveId" clId="{B8EF9E37-8611-4B6B-80C5-4D41CFD2FC6C}" dt="2026-09-09T10:11:50.139" v="103"/>
        <pc:sldMkLst>
          <pc:docMk/>
          <pc:sldMk cId="2783920515" sldId="281"/>
        </pc:sldMkLst>
      </pc:sldChg>
      <pc:sldChg chg="new del">
        <pc:chgData name="sergio maldonado" userId="8754a5a4c21fad15" providerId="LiveId" clId="{B8EF9E37-8611-4B6B-80C5-4D41CFD2FC6C}" dt="2026-09-09T10:12:32.848" v="105"/>
        <pc:sldMkLst>
          <pc:docMk/>
          <pc:sldMk cId="1374379448" sldId="282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3370755739" sldId="282"/>
        </pc:sldMkLst>
      </pc:sldChg>
      <pc:sldChg chg="new del">
        <pc:chgData name="sergio maldonado" userId="8754a5a4c21fad15" providerId="LiveId" clId="{B8EF9E37-8611-4B6B-80C5-4D41CFD2FC6C}" dt="2026-09-09T10:06:55.872" v="14"/>
        <pc:sldMkLst>
          <pc:docMk/>
          <pc:sldMk cId="3574839499" sldId="282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258293300" sldId="283"/>
        </pc:sldMkLst>
      </pc:sldChg>
      <pc:sldChg chg="new del">
        <pc:chgData name="sergio maldonado" userId="8754a5a4c21fad15" providerId="LiveId" clId="{B8EF9E37-8611-4B6B-80C5-4D41CFD2FC6C}" dt="2026-09-09T10:13:11.181" v="107"/>
        <pc:sldMkLst>
          <pc:docMk/>
          <pc:sldMk cId="1050113388" sldId="283"/>
        </pc:sldMkLst>
      </pc:sldChg>
      <pc:sldChg chg="new del">
        <pc:chgData name="sergio maldonado" userId="8754a5a4c21fad15" providerId="LiveId" clId="{B8EF9E37-8611-4B6B-80C5-4D41CFD2FC6C}" dt="2026-09-09T10:06:33.625" v="11"/>
        <pc:sldMkLst>
          <pc:docMk/>
          <pc:sldMk cId="3877165042" sldId="283"/>
        </pc:sldMkLst>
      </pc:sldChg>
      <pc:sldChg chg="new del">
        <pc:chgData name="sergio maldonado" userId="8754a5a4c21fad15" providerId="LiveId" clId="{B8EF9E37-8611-4B6B-80C5-4D41CFD2FC6C}" dt="2026-09-09T10:13:56.374" v="109"/>
        <pc:sldMkLst>
          <pc:docMk/>
          <pc:sldMk cId="709273822" sldId="284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1485378104" sldId="284"/>
        </pc:sldMkLst>
      </pc:sldChg>
      <pc:sldChg chg="new del">
        <pc:chgData name="sergio maldonado" userId="8754a5a4c21fad15" providerId="LiveId" clId="{B8EF9E37-8611-4B6B-80C5-4D41CFD2FC6C}" dt="2026-09-09T10:06:55.872" v="15"/>
        <pc:sldMkLst>
          <pc:docMk/>
          <pc:sldMk cId="1756156383" sldId="284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534118273" sldId="285"/>
        </pc:sldMkLst>
      </pc:sldChg>
      <pc:sldChg chg="new del">
        <pc:chgData name="sergio maldonado" userId="8754a5a4c21fad15" providerId="LiveId" clId="{B8EF9E37-8611-4B6B-80C5-4D41CFD2FC6C}" dt="2026-09-09T10:14:26.238" v="111"/>
        <pc:sldMkLst>
          <pc:docMk/>
          <pc:sldMk cId="1778567162" sldId="285"/>
        </pc:sldMkLst>
      </pc:sldChg>
      <pc:sldChg chg="new del">
        <pc:chgData name="sergio maldonado" userId="8754a5a4c21fad15" providerId="LiveId" clId="{B8EF9E37-8611-4B6B-80C5-4D41CFD2FC6C}" dt="2026-09-09T10:06:33.625" v="12"/>
        <pc:sldMkLst>
          <pc:docMk/>
          <pc:sldMk cId="3833840995" sldId="285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1082641245" sldId="286"/>
        </pc:sldMkLst>
      </pc:sldChg>
      <pc:sldChg chg="new del">
        <pc:chgData name="sergio maldonado" userId="8754a5a4c21fad15" providerId="LiveId" clId="{B8EF9E37-8611-4B6B-80C5-4D41CFD2FC6C}" dt="2026-09-09T10:14:58.891" v="113"/>
        <pc:sldMkLst>
          <pc:docMk/>
          <pc:sldMk cId="4053380299" sldId="286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575321482" sldId="287"/>
        </pc:sldMkLst>
      </pc:sldChg>
      <pc:sldChg chg="new del">
        <pc:chgData name="sergio maldonado" userId="8754a5a4c21fad15" providerId="LiveId" clId="{B8EF9E37-8611-4B6B-80C5-4D41CFD2FC6C}" dt="2026-09-09T10:15:29.740" v="116"/>
        <pc:sldMkLst>
          <pc:docMk/>
          <pc:sldMk cId="2919683958" sldId="287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3526432867" sldId="288"/>
        </pc:sldMkLst>
      </pc:sldChg>
      <pc:sldChg chg="new del">
        <pc:chgData name="sergio maldonado" userId="8754a5a4c21fad15" providerId="LiveId" clId="{B8EF9E37-8611-4B6B-80C5-4D41CFD2FC6C}" dt="2026-09-09T10:16:29.122" v="118"/>
        <pc:sldMkLst>
          <pc:docMk/>
          <pc:sldMk cId="3900359254" sldId="288"/>
        </pc:sldMkLst>
      </pc:sldChg>
      <pc:sldChg chg="new del">
        <pc:chgData name="sergio maldonado" userId="8754a5a4c21fad15" providerId="LiveId" clId="{B8EF9E37-8611-4B6B-80C5-4D41CFD2FC6C}" dt="2026-09-09T10:17:05.387" v="120"/>
        <pc:sldMkLst>
          <pc:docMk/>
          <pc:sldMk cId="1884413200" sldId="289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3571526193" sldId="289"/>
        </pc:sldMkLst>
      </pc:sldChg>
      <pc:sldChg chg="new del">
        <pc:chgData name="sergio maldonado" userId="8754a5a4c21fad15" providerId="LiveId" clId="{B8EF9E37-8611-4B6B-80C5-4D41CFD2FC6C}" dt="2026-09-09T10:17:34.472" v="123"/>
        <pc:sldMkLst>
          <pc:docMk/>
          <pc:sldMk cId="163816394" sldId="290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4292890277" sldId="290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786710571" sldId="291"/>
        </pc:sldMkLst>
      </pc:sldChg>
      <pc:sldChg chg="new del">
        <pc:chgData name="sergio maldonado" userId="8754a5a4c21fad15" providerId="LiveId" clId="{B8EF9E37-8611-4B6B-80C5-4D41CFD2FC6C}" dt="2026-09-09T10:18:32.037" v="127"/>
        <pc:sldMkLst>
          <pc:docMk/>
          <pc:sldMk cId="2816749739" sldId="291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622527854" sldId="292"/>
        </pc:sldMkLst>
      </pc:sldChg>
      <pc:sldChg chg="new del">
        <pc:chgData name="sergio maldonado" userId="8754a5a4c21fad15" providerId="LiveId" clId="{B8EF9E37-8611-4B6B-80C5-4D41CFD2FC6C}" dt="2026-09-09T10:19:01.461" v="130"/>
        <pc:sldMkLst>
          <pc:docMk/>
          <pc:sldMk cId="870988524" sldId="292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2093894981" sldId="293"/>
        </pc:sldMkLst>
      </pc:sldChg>
      <pc:sldChg chg="new del">
        <pc:chgData name="sergio maldonado" userId="8754a5a4c21fad15" providerId="LiveId" clId="{B8EF9E37-8611-4B6B-80C5-4D41CFD2FC6C}" dt="2026-09-09T10:19:38.012" v="132"/>
        <pc:sldMkLst>
          <pc:docMk/>
          <pc:sldMk cId="2485340267" sldId="293"/>
        </pc:sldMkLst>
      </pc:sldChg>
      <pc:sldChg chg="new del">
        <pc:chgData name="sergio maldonado" userId="8754a5a4c21fad15" providerId="LiveId" clId="{B8EF9E37-8611-4B6B-80C5-4D41CFD2FC6C}" dt="2026-09-09T10:20:35.260" v="134"/>
        <pc:sldMkLst>
          <pc:docMk/>
          <pc:sldMk cId="3096262937" sldId="294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3802357869" sldId="294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247332801" sldId="295"/>
        </pc:sldMkLst>
      </pc:sldChg>
      <pc:sldChg chg="new del">
        <pc:chgData name="sergio maldonado" userId="8754a5a4c21fad15" providerId="LiveId" clId="{B8EF9E37-8611-4B6B-80C5-4D41CFD2FC6C}" dt="2026-09-09T10:21:05.305" v="136"/>
        <pc:sldMkLst>
          <pc:docMk/>
          <pc:sldMk cId="657357070" sldId="295"/>
        </pc:sldMkLst>
      </pc:sldChg>
      <pc:sldChg chg="new del">
        <pc:chgData name="sergio maldonado" userId="8754a5a4c21fad15" providerId="LiveId" clId="{B8EF9E37-8611-4B6B-80C5-4D41CFD2FC6C}" dt="2026-09-09T10:21:34.775" v="139"/>
        <pc:sldMkLst>
          <pc:docMk/>
          <pc:sldMk cId="1562505096" sldId="296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3428289065" sldId="296"/>
        </pc:sldMkLst>
      </pc:sldChg>
      <pc:sldChg chg="new del">
        <pc:chgData name="sergio maldonado" userId="8754a5a4c21fad15" providerId="LiveId" clId="{B8EF9E37-8611-4B6B-80C5-4D41CFD2FC6C}" dt="2026-09-09T10:22:06.459" v="141"/>
        <pc:sldMkLst>
          <pc:docMk/>
          <pc:sldMk cId="2117077607" sldId="297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2119577280" sldId="297"/>
        </pc:sldMkLst>
      </pc:sldChg>
      <pc:sldChg chg="new del">
        <pc:chgData name="sergio maldonado" userId="8754a5a4c21fad15" providerId="LiveId" clId="{B8EF9E37-8611-4B6B-80C5-4D41CFD2FC6C}" dt="2026-09-09T10:22:36.340" v="144"/>
        <pc:sldMkLst>
          <pc:docMk/>
          <pc:sldMk cId="2294197900" sldId="298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3311794783" sldId="298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1478430160" sldId="299"/>
        </pc:sldMkLst>
      </pc:sldChg>
      <pc:sldChg chg="new del">
        <pc:chgData name="sergio maldonado" userId="8754a5a4c21fad15" providerId="LiveId" clId="{B8EF9E37-8611-4B6B-80C5-4D41CFD2FC6C}" dt="2026-09-09T10:23:04.873" v="146"/>
        <pc:sldMkLst>
          <pc:docMk/>
          <pc:sldMk cId="2539079486" sldId="299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1461190702" sldId="300"/>
        </pc:sldMkLst>
      </pc:sldChg>
      <pc:sldChg chg="new del">
        <pc:chgData name="sergio maldonado" userId="8754a5a4c21fad15" providerId="LiveId" clId="{B8EF9E37-8611-4B6B-80C5-4D41CFD2FC6C}" dt="2026-09-09T10:23:35.067" v="148"/>
        <pc:sldMkLst>
          <pc:docMk/>
          <pc:sldMk cId="3860050178" sldId="300"/>
        </pc:sldMkLst>
      </pc:sldChg>
      <pc:sldChg chg="new del">
        <pc:chgData name="sergio maldonado" userId="8754a5a4c21fad15" providerId="LiveId" clId="{B8EF9E37-8611-4B6B-80C5-4D41CFD2FC6C}" dt="2026-09-09T10:23:57.001" v="151"/>
        <pc:sldMkLst>
          <pc:docMk/>
          <pc:sldMk cId="2850880638" sldId="301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3807384524" sldId="301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1128231866" sldId="302"/>
        </pc:sldMkLst>
      </pc:sldChg>
      <pc:sldChg chg="new del">
        <pc:chgData name="sergio maldonado" userId="8754a5a4c21fad15" providerId="LiveId" clId="{B8EF9E37-8611-4B6B-80C5-4D41CFD2FC6C}" dt="2026-09-09T10:25:49.129" v="186"/>
        <pc:sldMkLst>
          <pc:docMk/>
          <pc:sldMk cId="1401725157" sldId="302"/>
        </pc:sldMkLst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245179093" sldId="303"/>
        </pc:sldMkLst>
      </pc:sldChg>
      <pc:sldChg chg="new del">
        <pc:chgData name="sergio maldonado" userId="8754a5a4c21fad15" providerId="LiveId" clId="{B8EF9E37-8611-4B6B-80C5-4D41CFD2FC6C}" dt="2026-09-09T10:26:26.904" v="189"/>
        <pc:sldMkLst>
          <pc:docMk/>
          <pc:sldMk cId="2888567905" sldId="303"/>
        </pc:sldMkLst>
      </pc:sldChg>
      <pc:sldChg chg="new del ord">
        <pc:chgData name="sergio maldonado" userId="8754a5a4c21fad15" providerId="LiveId" clId="{B8EF9E37-8611-4B6B-80C5-4D41CFD2FC6C}" dt="2026-09-09T10:08:21.776" v="89"/>
        <pc:sldMkLst>
          <pc:docMk/>
          <pc:sldMk cId="2306164131" sldId="304"/>
        </pc:sldMkLst>
      </pc:sldChg>
      <pc:sldChg chg="add del">
        <pc:chgData name="sergio maldonado" userId="8754a5a4c21fad15" providerId="LiveId" clId="{B8EF9E37-8611-4B6B-80C5-4D41CFD2FC6C}" dt="2026-09-09T10:08:26.660" v="91"/>
        <pc:sldMkLst>
          <pc:docMk/>
          <pc:sldMk cId="1562934554" sldId="305"/>
        </pc:sldMkLst>
      </pc:sldChg>
      <pc:sldChg chg="add del">
        <pc:chgData name="sergio maldonado" userId="8754a5a4c21fad15" providerId="LiveId" clId="{B8EF9E37-8611-4B6B-80C5-4D41CFD2FC6C}" dt="2026-09-09T10:09:12.097" v="93"/>
        <pc:sldMkLst>
          <pc:docMk/>
          <pc:sldMk cId="3451962388" sldId="306"/>
        </pc:sldMkLst>
      </pc:sldChg>
      <pc:sldChg chg="addSp add mod">
        <pc:chgData name="sergio maldonado" userId="8754a5a4c21fad15" providerId="LiveId" clId="{B8EF9E37-8611-4B6B-80C5-4D41CFD2FC6C}" dt="2026-09-09T11:03:43.362" v="209" actId="22"/>
        <pc:sldMkLst>
          <pc:docMk/>
          <pc:sldMk cId="4105339066" sldId="307"/>
        </pc:sldMkLst>
        <pc:picChg chg="add">
          <ac:chgData name="sergio maldonado" userId="8754a5a4c21fad15" providerId="LiveId" clId="{B8EF9E37-8611-4B6B-80C5-4D41CFD2FC6C}" dt="2026-09-09T11:03:43.362" v="209" actId="22"/>
          <ac:picMkLst>
            <pc:docMk/>
            <pc:sldMk cId="4105339066" sldId="307"/>
            <ac:picMk id="5" creationId="{DAACBFB7-15DA-7852-76C6-F92F5E66AC5E}"/>
          </ac:picMkLst>
        </pc:picChg>
      </pc:sldChg>
      <pc:sldChg chg="add del">
        <pc:chgData name="sergio maldonado" userId="8754a5a4c21fad15" providerId="LiveId" clId="{B8EF9E37-8611-4B6B-80C5-4D41CFD2FC6C}" dt="2026-09-09T10:10:23.166" v="97"/>
        <pc:sldMkLst>
          <pc:docMk/>
          <pc:sldMk cId="3895802440" sldId="308"/>
        </pc:sldMkLst>
      </pc:sldChg>
      <pc:sldChg chg="add del">
        <pc:chgData name="sergio maldonado" userId="8754a5a4c21fad15" providerId="LiveId" clId="{B8EF9E37-8611-4B6B-80C5-4D41CFD2FC6C}" dt="2026-09-09T10:10:38.371" v="99"/>
        <pc:sldMkLst>
          <pc:docMk/>
          <pc:sldMk cId="2299623711" sldId="309"/>
        </pc:sldMkLst>
      </pc:sldChg>
      <pc:sldChg chg="addSp delSp modSp add mod modClrScheme chgLayout">
        <pc:chgData name="sergio maldonado" userId="8754a5a4c21fad15" providerId="LiveId" clId="{B8EF9E37-8611-4B6B-80C5-4D41CFD2FC6C}" dt="2026-09-09T11:05:20.513" v="252" actId="1036"/>
        <pc:sldMkLst>
          <pc:docMk/>
          <pc:sldMk cId="1318348527" sldId="310"/>
        </pc:sldMkLst>
        <pc:spChg chg="mod">
          <ac:chgData name="sergio maldonado" userId="8754a5a4c21fad15" providerId="LiveId" clId="{B8EF9E37-8611-4B6B-80C5-4D41CFD2FC6C}" dt="2026-09-09T11:04:57.585" v="219" actId="26606"/>
          <ac:spMkLst>
            <pc:docMk/>
            <pc:sldMk cId="1318348527" sldId="310"/>
            <ac:spMk id="2" creationId="{EF1B4AA4-D055-D914-6F67-1750EE0E115A}"/>
          </ac:spMkLst>
        </pc:spChg>
        <pc:spChg chg="mod ord">
          <ac:chgData name="sergio maldonado" userId="8754a5a4c21fad15" providerId="LiveId" clId="{B8EF9E37-8611-4B6B-80C5-4D41CFD2FC6C}" dt="2026-09-09T11:05:14.404" v="222" actId="14100"/>
          <ac:spMkLst>
            <pc:docMk/>
            <pc:sldMk cId="1318348527" sldId="310"/>
            <ac:spMk id="3" creationId="{F7F552CB-6704-03A4-44C1-437D11C7F00B}"/>
          </ac:spMkLst>
        </pc:spChg>
        <pc:picChg chg="add del">
          <ac:chgData name="sergio maldonado" userId="8754a5a4c21fad15" providerId="LiveId" clId="{B8EF9E37-8611-4B6B-80C5-4D41CFD2FC6C}" dt="2026-09-09T11:04:21.394" v="213" actId="22"/>
          <ac:picMkLst>
            <pc:docMk/>
            <pc:sldMk cId="1318348527" sldId="310"/>
            <ac:picMk id="5" creationId="{B41C402F-0DA7-2C61-A181-E38097FCCA04}"/>
          </ac:picMkLst>
        </pc:picChg>
        <pc:picChg chg="add mod">
          <ac:chgData name="sergio maldonado" userId="8754a5a4c21fad15" providerId="LiveId" clId="{B8EF9E37-8611-4B6B-80C5-4D41CFD2FC6C}" dt="2026-09-09T11:05:20.513" v="252" actId="1036"/>
          <ac:picMkLst>
            <pc:docMk/>
            <pc:sldMk cId="1318348527" sldId="310"/>
            <ac:picMk id="7" creationId="{15EB92E6-6541-33A4-BCB8-6A91FD8A69E3}"/>
          </ac:picMkLst>
        </pc:picChg>
      </pc:sldChg>
      <pc:sldChg chg="addSp modSp add mod modClrScheme chgLayout">
        <pc:chgData name="sergio maldonado" userId="8754a5a4c21fad15" providerId="LiveId" clId="{B8EF9E37-8611-4B6B-80C5-4D41CFD2FC6C}" dt="2026-09-09T11:37:02.970" v="613" actId="20577"/>
        <pc:sldMkLst>
          <pc:docMk/>
          <pc:sldMk cId="594883755" sldId="311"/>
        </pc:sldMkLst>
        <pc:spChg chg="mod">
          <ac:chgData name="sergio maldonado" userId="8754a5a4c21fad15" providerId="LiveId" clId="{B8EF9E37-8611-4B6B-80C5-4D41CFD2FC6C}" dt="2026-09-09T11:04:38.953" v="217" actId="26606"/>
          <ac:spMkLst>
            <pc:docMk/>
            <pc:sldMk cId="594883755" sldId="311"/>
            <ac:spMk id="2" creationId="{72BFCD20-0CFA-F822-9277-EE887769583E}"/>
          </ac:spMkLst>
        </pc:spChg>
        <pc:spChg chg="mod">
          <ac:chgData name="sergio maldonado" userId="8754a5a4c21fad15" providerId="LiveId" clId="{B8EF9E37-8611-4B6B-80C5-4D41CFD2FC6C}" dt="2026-09-09T11:37:02.970" v="613" actId="20577"/>
          <ac:spMkLst>
            <pc:docMk/>
            <pc:sldMk cId="594883755" sldId="311"/>
            <ac:spMk id="3" creationId="{9B6AACD0-7FBA-004A-723D-0C402EA46D71}"/>
          </ac:spMkLst>
        </pc:spChg>
        <pc:picChg chg="add mod">
          <ac:chgData name="sergio maldonado" userId="8754a5a4c21fad15" providerId="LiveId" clId="{B8EF9E37-8611-4B6B-80C5-4D41CFD2FC6C}" dt="2026-09-09T11:04:38.953" v="217" actId="26606"/>
          <ac:picMkLst>
            <pc:docMk/>
            <pc:sldMk cId="594883755" sldId="311"/>
            <ac:picMk id="5" creationId="{E8EFA6F9-8549-916E-F2B9-74F96B3C8E13}"/>
          </ac:picMkLst>
        </pc:picChg>
      </pc:sldChg>
      <pc:sldChg chg="addSp modSp add mod">
        <pc:chgData name="sergio maldonado" userId="8754a5a4c21fad15" providerId="LiveId" clId="{B8EF9E37-8611-4B6B-80C5-4D41CFD2FC6C}" dt="2026-09-09T11:07:17.973" v="261" actId="20577"/>
        <pc:sldMkLst>
          <pc:docMk/>
          <pc:sldMk cId="2227018818" sldId="312"/>
        </pc:sldMkLst>
        <pc:spChg chg="mod">
          <ac:chgData name="sergio maldonado" userId="8754a5a4c21fad15" providerId="LiveId" clId="{B8EF9E37-8611-4B6B-80C5-4D41CFD2FC6C}" dt="2026-09-09T11:07:17.973" v="261" actId="20577"/>
          <ac:spMkLst>
            <pc:docMk/>
            <pc:sldMk cId="2227018818" sldId="312"/>
            <ac:spMk id="2" creationId="{08D4D473-F37D-076D-3743-905C3EA60240}"/>
          </ac:spMkLst>
        </pc:spChg>
        <pc:spChg chg="mod">
          <ac:chgData name="sergio maldonado" userId="8754a5a4c21fad15" providerId="LiveId" clId="{B8EF9E37-8611-4B6B-80C5-4D41CFD2FC6C}" dt="2026-09-09T11:05:48.705" v="257" actId="14100"/>
          <ac:spMkLst>
            <pc:docMk/>
            <pc:sldMk cId="2227018818" sldId="312"/>
            <ac:spMk id="3" creationId="{3E67418B-4EA7-4EB7-BABF-D5A829BB4563}"/>
          </ac:spMkLst>
        </pc:spChg>
        <pc:picChg chg="add ord">
          <ac:chgData name="sergio maldonado" userId="8754a5a4c21fad15" providerId="LiveId" clId="{B8EF9E37-8611-4B6B-80C5-4D41CFD2FC6C}" dt="2026-09-09T11:05:29.006" v="254" actId="167"/>
          <ac:picMkLst>
            <pc:docMk/>
            <pc:sldMk cId="2227018818" sldId="312"/>
            <ac:picMk id="5" creationId="{BD9AB239-B70B-BA49-1DDC-DC2F0AA0D9D2}"/>
          </ac:picMkLst>
        </pc:picChg>
      </pc:sldChg>
      <pc:sldChg chg="addSp modSp add mod">
        <pc:chgData name="sergio maldonado" userId="8754a5a4c21fad15" providerId="LiveId" clId="{B8EF9E37-8611-4B6B-80C5-4D41CFD2FC6C}" dt="2026-09-09T11:12:06.760" v="404" actId="27636"/>
        <pc:sldMkLst>
          <pc:docMk/>
          <pc:sldMk cId="2005056503" sldId="313"/>
        </pc:sldMkLst>
        <pc:spChg chg="mod">
          <ac:chgData name="sergio maldonado" userId="8754a5a4c21fad15" providerId="LiveId" clId="{B8EF9E37-8611-4B6B-80C5-4D41CFD2FC6C}" dt="2026-09-09T11:12:06.760" v="404" actId="27636"/>
          <ac:spMkLst>
            <pc:docMk/>
            <pc:sldMk cId="2005056503" sldId="313"/>
            <ac:spMk id="3" creationId="{A126884F-BF70-D042-FCF4-3A82AD4FDEFD}"/>
          </ac:spMkLst>
        </pc:spChg>
        <pc:picChg chg="add">
          <ac:chgData name="sergio maldonado" userId="8754a5a4c21fad15" providerId="LiveId" clId="{B8EF9E37-8611-4B6B-80C5-4D41CFD2FC6C}" dt="2026-09-09T11:11:06.417" v="392" actId="22"/>
          <ac:picMkLst>
            <pc:docMk/>
            <pc:sldMk cId="2005056503" sldId="313"/>
            <ac:picMk id="5" creationId="{713CB70D-CE90-BF19-67E3-88A5C223CD3F}"/>
          </ac:picMkLst>
        </pc:picChg>
      </pc:sldChg>
      <pc:sldChg chg="addSp modSp add mod">
        <pc:chgData name="sergio maldonado" userId="8754a5a4c21fad15" providerId="LiveId" clId="{B8EF9E37-8611-4B6B-80C5-4D41CFD2FC6C}" dt="2026-09-09T11:11:20.614" v="394" actId="22"/>
        <pc:sldMkLst>
          <pc:docMk/>
          <pc:sldMk cId="1956565429" sldId="314"/>
        </pc:sldMkLst>
        <pc:spChg chg="mod">
          <ac:chgData name="sergio maldonado" userId="8754a5a4c21fad15" providerId="LiveId" clId="{B8EF9E37-8611-4B6B-80C5-4D41CFD2FC6C}" dt="2026-09-09T11:10:52.539" v="390" actId="20577"/>
          <ac:spMkLst>
            <pc:docMk/>
            <pc:sldMk cId="1956565429" sldId="314"/>
            <ac:spMk id="2" creationId="{11F39D79-6DF1-653E-C907-847EE335DC04}"/>
          </ac:spMkLst>
        </pc:spChg>
        <pc:spChg chg="mod">
          <ac:chgData name="sergio maldonado" userId="8754a5a4c21fad15" providerId="LiveId" clId="{B8EF9E37-8611-4B6B-80C5-4D41CFD2FC6C}" dt="2026-09-09T11:11:19.447" v="393" actId="14100"/>
          <ac:spMkLst>
            <pc:docMk/>
            <pc:sldMk cId="1956565429" sldId="314"/>
            <ac:spMk id="3" creationId="{B5D54C7D-F544-893F-0745-912641511899}"/>
          </ac:spMkLst>
        </pc:spChg>
        <pc:picChg chg="add">
          <ac:chgData name="sergio maldonado" userId="8754a5a4c21fad15" providerId="LiveId" clId="{B8EF9E37-8611-4B6B-80C5-4D41CFD2FC6C}" dt="2026-09-09T11:11:20.614" v="394" actId="22"/>
          <ac:picMkLst>
            <pc:docMk/>
            <pc:sldMk cId="1956565429" sldId="314"/>
            <ac:picMk id="5" creationId="{4B9DBC37-33E5-9531-03F3-4C4286A75A60}"/>
          </ac:picMkLst>
        </pc:picChg>
      </pc:sldChg>
      <pc:sldChg chg="addSp modSp add mod">
        <pc:chgData name="sergio maldonado" userId="8754a5a4c21fad15" providerId="LiveId" clId="{B8EF9E37-8611-4B6B-80C5-4D41CFD2FC6C}" dt="2026-09-09T11:11:25.216" v="395" actId="22"/>
        <pc:sldMkLst>
          <pc:docMk/>
          <pc:sldMk cId="58571340" sldId="315"/>
        </pc:sldMkLst>
        <pc:spChg chg="mod">
          <ac:chgData name="sergio maldonado" userId="8754a5a4c21fad15" providerId="LiveId" clId="{B8EF9E37-8611-4B6B-80C5-4D41CFD2FC6C}" dt="2026-09-09T11:11:01.129" v="391" actId="255"/>
          <ac:spMkLst>
            <pc:docMk/>
            <pc:sldMk cId="58571340" sldId="315"/>
            <ac:spMk id="3" creationId="{6AD3E3B6-3529-259A-B271-30AC52153299}"/>
          </ac:spMkLst>
        </pc:spChg>
        <pc:picChg chg="add">
          <ac:chgData name="sergio maldonado" userId="8754a5a4c21fad15" providerId="LiveId" clId="{B8EF9E37-8611-4B6B-80C5-4D41CFD2FC6C}" dt="2026-09-09T11:11:25.216" v="395" actId="22"/>
          <ac:picMkLst>
            <pc:docMk/>
            <pc:sldMk cId="58571340" sldId="315"/>
            <ac:picMk id="5" creationId="{A1534FDC-7BB0-257D-6F2A-642E6FF56BD0}"/>
          </ac:picMkLst>
        </pc:picChg>
      </pc:sldChg>
      <pc:sldChg chg="addSp modSp add mod">
        <pc:chgData name="sergio maldonado" userId="8754a5a4c21fad15" providerId="LiveId" clId="{B8EF9E37-8611-4B6B-80C5-4D41CFD2FC6C}" dt="2026-09-09T11:12:46.737" v="405" actId="20577"/>
        <pc:sldMkLst>
          <pc:docMk/>
          <pc:sldMk cId="3299475669" sldId="316"/>
        </pc:sldMkLst>
        <pc:spChg chg="mod">
          <ac:chgData name="sergio maldonado" userId="8754a5a4c21fad15" providerId="LiveId" clId="{B8EF9E37-8611-4B6B-80C5-4D41CFD2FC6C}" dt="2026-09-09T11:12:46.737" v="405" actId="20577"/>
          <ac:spMkLst>
            <pc:docMk/>
            <pc:sldMk cId="3299475669" sldId="316"/>
            <ac:spMk id="3" creationId="{476E5DD6-743B-BFA3-C2ED-9C009B592A90}"/>
          </ac:spMkLst>
        </pc:spChg>
        <pc:picChg chg="add">
          <ac:chgData name="sergio maldonado" userId="8754a5a4c21fad15" providerId="LiveId" clId="{B8EF9E37-8611-4B6B-80C5-4D41CFD2FC6C}" dt="2026-09-09T11:11:40.405" v="398" actId="22"/>
          <ac:picMkLst>
            <pc:docMk/>
            <pc:sldMk cId="3299475669" sldId="316"/>
            <ac:picMk id="5" creationId="{042428D3-E0D4-9404-A0B9-86126E9DAFB2}"/>
          </ac:picMkLst>
        </pc:picChg>
      </pc:sldChg>
      <pc:sldChg chg="addSp modSp add mod">
        <pc:chgData name="sergio maldonado" userId="8754a5a4c21fad15" providerId="LiveId" clId="{B8EF9E37-8611-4B6B-80C5-4D41CFD2FC6C}" dt="2026-09-09T11:14:03.019" v="435" actId="22"/>
        <pc:sldMkLst>
          <pc:docMk/>
          <pc:sldMk cId="2120855485" sldId="317"/>
        </pc:sldMkLst>
        <pc:spChg chg="mod">
          <ac:chgData name="sergio maldonado" userId="8754a5a4c21fad15" providerId="LiveId" clId="{B8EF9E37-8611-4B6B-80C5-4D41CFD2FC6C}" dt="2026-09-09T11:14:00.459" v="434" actId="27636"/>
          <ac:spMkLst>
            <pc:docMk/>
            <pc:sldMk cId="2120855485" sldId="317"/>
            <ac:spMk id="3" creationId="{EE9378E1-F6B3-6A82-7E20-10A97F0C1EB5}"/>
          </ac:spMkLst>
        </pc:spChg>
        <pc:picChg chg="add">
          <ac:chgData name="sergio maldonado" userId="8754a5a4c21fad15" providerId="LiveId" clId="{B8EF9E37-8611-4B6B-80C5-4D41CFD2FC6C}" dt="2026-09-09T11:14:03.019" v="435" actId="22"/>
          <ac:picMkLst>
            <pc:docMk/>
            <pc:sldMk cId="2120855485" sldId="317"/>
            <ac:picMk id="5" creationId="{5012FBDB-F24C-491C-7F41-197909B7BF32}"/>
          </ac:picMkLst>
        </pc:picChg>
      </pc:sldChg>
      <pc:sldChg chg="addSp modSp add mod">
        <pc:chgData name="sergio maldonado" userId="8754a5a4c21fad15" providerId="LiveId" clId="{B8EF9E37-8611-4B6B-80C5-4D41CFD2FC6C}" dt="2026-09-09T11:14:32.475" v="444" actId="20577"/>
        <pc:sldMkLst>
          <pc:docMk/>
          <pc:sldMk cId="2107183700" sldId="318"/>
        </pc:sldMkLst>
        <pc:spChg chg="mod">
          <ac:chgData name="sergio maldonado" userId="8754a5a4c21fad15" providerId="LiveId" clId="{B8EF9E37-8611-4B6B-80C5-4D41CFD2FC6C}" dt="2026-09-09T11:14:32.475" v="444" actId="20577"/>
          <ac:spMkLst>
            <pc:docMk/>
            <pc:sldMk cId="2107183700" sldId="318"/>
            <ac:spMk id="2" creationId="{FF4C943A-B524-D40B-1CF3-316E1FB237C5}"/>
          </ac:spMkLst>
        </pc:spChg>
        <pc:spChg chg="mod">
          <ac:chgData name="sergio maldonado" userId="8754a5a4c21fad15" providerId="LiveId" clId="{B8EF9E37-8611-4B6B-80C5-4D41CFD2FC6C}" dt="2026-09-09T11:14:24.601" v="437" actId="14100"/>
          <ac:spMkLst>
            <pc:docMk/>
            <pc:sldMk cId="2107183700" sldId="318"/>
            <ac:spMk id="3" creationId="{40DE9137-B355-0BBD-9226-5EDBF784DE27}"/>
          </ac:spMkLst>
        </pc:spChg>
        <pc:picChg chg="add">
          <ac:chgData name="sergio maldonado" userId="8754a5a4c21fad15" providerId="LiveId" clId="{B8EF9E37-8611-4B6B-80C5-4D41CFD2FC6C}" dt="2026-09-09T11:14:26.142" v="438" actId="22"/>
          <ac:picMkLst>
            <pc:docMk/>
            <pc:sldMk cId="2107183700" sldId="318"/>
            <ac:picMk id="5" creationId="{54AAD52F-7D88-6A4F-3A3B-402F31DE37FD}"/>
          </ac:picMkLst>
        </pc:picChg>
      </pc:sldChg>
      <pc:sldChg chg="addSp modSp add mod">
        <pc:chgData name="sergio maldonado" userId="8754a5a4c21fad15" providerId="LiveId" clId="{B8EF9E37-8611-4B6B-80C5-4D41CFD2FC6C}" dt="2026-09-09T11:14:49.876" v="446" actId="22"/>
        <pc:sldMkLst>
          <pc:docMk/>
          <pc:sldMk cId="1967209776" sldId="319"/>
        </pc:sldMkLst>
        <pc:spChg chg="mod">
          <ac:chgData name="sergio maldonado" userId="8754a5a4c21fad15" providerId="LiveId" clId="{B8EF9E37-8611-4B6B-80C5-4D41CFD2FC6C}" dt="2026-09-09T11:14:45.300" v="445" actId="255"/>
          <ac:spMkLst>
            <pc:docMk/>
            <pc:sldMk cId="1967209776" sldId="319"/>
            <ac:spMk id="3" creationId="{AECF6BC8-C883-6988-757A-18B5E47C24C4}"/>
          </ac:spMkLst>
        </pc:spChg>
        <pc:picChg chg="add">
          <ac:chgData name="sergio maldonado" userId="8754a5a4c21fad15" providerId="LiveId" clId="{B8EF9E37-8611-4B6B-80C5-4D41CFD2FC6C}" dt="2026-09-09T11:14:49.876" v="446" actId="22"/>
          <ac:picMkLst>
            <pc:docMk/>
            <pc:sldMk cId="1967209776" sldId="319"/>
            <ac:picMk id="5" creationId="{ACA6CD69-3D69-9AE9-CCFB-174ADFFC7B2C}"/>
          </ac:picMkLst>
        </pc:picChg>
      </pc:sldChg>
      <pc:sldChg chg="addSp modSp add mod">
        <pc:chgData name="sergio maldonado" userId="8754a5a4c21fad15" providerId="LiveId" clId="{B8EF9E37-8611-4B6B-80C5-4D41CFD2FC6C}" dt="2026-09-09T11:16:50.078" v="460" actId="14100"/>
        <pc:sldMkLst>
          <pc:docMk/>
          <pc:sldMk cId="693374499" sldId="320"/>
        </pc:sldMkLst>
        <pc:spChg chg="mod">
          <ac:chgData name="sergio maldonado" userId="8754a5a4c21fad15" providerId="LiveId" clId="{B8EF9E37-8611-4B6B-80C5-4D41CFD2FC6C}" dt="2026-09-09T11:16:50.078" v="460" actId="14100"/>
          <ac:spMkLst>
            <pc:docMk/>
            <pc:sldMk cId="693374499" sldId="320"/>
            <ac:spMk id="3" creationId="{E3988B32-1114-613F-5C25-21CBB9A7C98E}"/>
          </ac:spMkLst>
        </pc:spChg>
        <pc:picChg chg="add">
          <ac:chgData name="sergio maldonado" userId="8754a5a4c21fad15" providerId="LiveId" clId="{B8EF9E37-8611-4B6B-80C5-4D41CFD2FC6C}" dt="2026-09-09T11:16:45.206" v="459" actId="22"/>
          <ac:picMkLst>
            <pc:docMk/>
            <pc:sldMk cId="693374499" sldId="320"/>
            <ac:picMk id="5" creationId="{3117BB8D-1609-7955-B596-A1194CBA9AE1}"/>
          </ac:picMkLst>
        </pc:picChg>
      </pc:sldChg>
      <pc:sldChg chg="add del">
        <pc:chgData name="sergio maldonado" userId="8754a5a4c21fad15" providerId="LiveId" clId="{B8EF9E37-8611-4B6B-80C5-4D41CFD2FC6C}" dt="2026-09-09T10:17:59.555" v="125"/>
        <pc:sldMkLst>
          <pc:docMk/>
          <pc:sldMk cId="1727870110" sldId="321"/>
        </pc:sldMkLst>
      </pc:sldChg>
      <pc:sldChg chg="addSp add mod">
        <pc:chgData name="sergio maldonado" userId="8754a5a4c21fad15" providerId="LiveId" clId="{B8EF9E37-8611-4B6B-80C5-4D41CFD2FC6C}" dt="2026-09-09T11:16:55.796" v="461" actId="22"/>
        <pc:sldMkLst>
          <pc:docMk/>
          <pc:sldMk cId="2433181132" sldId="322"/>
        </pc:sldMkLst>
        <pc:picChg chg="add">
          <ac:chgData name="sergio maldonado" userId="8754a5a4c21fad15" providerId="LiveId" clId="{B8EF9E37-8611-4B6B-80C5-4D41CFD2FC6C}" dt="2026-09-09T11:16:55.796" v="461" actId="22"/>
          <ac:picMkLst>
            <pc:docMk/>
            <pc:sldMk cId="2433181132" sldId="322"/>
            <ac:picMk id="5" creationId="{44C9479E-6411-9CCD-6261-475BE1FABA42}"/>
          </ac:picMkLst>
        </pc:picChg>
      </pc:sldChg>
      <pc:sldChg chg="addSp modSp add mod">
        <pc:chgData name="sergio maldonado" userId="8754a5a4c21fad15" providerId="LiveId" clId="{B8EF9E37-8611-4B6B-80C5-4D41CFD2FC6C}" dt="2026-09-09T11:17:56.031" v="469" actId="20577"/>
        <pc:sldMkLst>
          <pc:docMk/>
          <pc:sldMk cId="4135976316" sldId="323"/>
        </pc:sldMkLst>
        <pc:spChg chg="mod">
          <ac:chgData name="sergio maldonado" userId="8754a5a4c21fad15" providerId="LiveId" clId="{B8EF9E37-8611-4B6B-80C5-4D41CFD2FC6C}" dt="2026-09-09T11:17:56.031" v="469" actId="20577"/>
          <ac:spMkLst>
            <pc:docMk/>
            <pc:sldMk cId="4135976316" sldId="323"/>
            <ac:spMk id="3" creationId="{2AF83065-B148-732A-B466-BBF5A01C2CD1}"/>
          </ac:spMkLst>
        </pc:spChg>
        <pc:picChg chg="add">
          <ac:chgData name="sergio maldonado" userId="8754a5a4c21fad15" providerId="LiveId" clId="{B8EF9E37-8611-4B6B-80C5-4D41CFD2FC6C}" dt="2026-09-09T11:17:52.501" v="468" actId="22"/>
          <ac:picMkLst>
            <pc:docMk/>
            <pc:sldMk cId="4135976316" sldId="323"/>
            <ac:picMk id="5" creationId="{EC048574-A630-4613-896E-48A603314E6D}"/>
          </ac:picMkLst>
        </pc:picChg>
      </pc:sldChg>
      <pc:sldChg chg="addSp modSp add mod">
        <pc:chgData name="sergio maldonado" userId="8754a5a4c21fad15" providerId="LiveId" clId="{B8EF9E37-8611-4B6B-80C5-4D41CFD2FC6C}" dt="2026-09-09T11:18:30.314" v="487" actId="22"/>
        <pc:sldMkLst>
          <pc:docMk/>
          <pc:sldMk cId="491263280" sldId="324"/>
        </pc:sldMkLst>
        <pc:spChg chg="mod">
          <ac:chgData name="sergio maldonado" userId="8754a5a4c21fad15" providerId="LiveId" clId="{B8EF9E37-8611-4B6B-80C5-4D41CFD2FC6C}" dt="2026-09-09T11:18:06.746" v="484" actId="20577"/>
          <ac:spMkLst>
            <pc:docMk/>
            <pc:sldMk cId="491263280" sldId="324"/>
            <ac:spMk id="2" creationId="{2D9E6FE6-66A6-EFEA-9599-FDC8C1C4AD40}"/>
          </ac:spMkLst>
        </pc:spChg>
        <pc:spChg chg="mod">
          <ac:chgData name="sergio maldonado" userId="8754a5a4c21fad15" providerId="LiveId" clId="{B8EF9E37-8611-4B6B-80C5-4D41CFD2FC6C}" dt="2026-09-09T11:18:29.106" v="486" actId="14100"/>
          <ac:spMkLst>
            <pc:docMk/>
            <pc:sldMk cId="491263280" sldId="324"/>
            <ac:spMk id="3" creationId="{128FC5B0-DDC9-A1FC-481C-F75EB5E44B4E}"/>
          </ac:spMkLst>
        </pc:spChg>
        <pc:picChg chg="add">
          <ac:chgData name="sergio maldonado" userId="8754a5a4c21fad15" providerId="LiveId" clId="{B8EF9E37-8611-4B6B-80C5-4D41CFD2FC6C}" dt="2026-09-09T11:18:30.314" v="487" actId="22"/>
          <ac:picMkLst>
            <pc:docMk/>
            <pc:sldMk cId="491263280" sldId="324"/>
            <ac:picMk id="5" creationId="{39A0726F-38CE-5376-DD41-99FC20499DB3}"/>
          </ac:picMkLst>
        </pc:picChg>
      </pc:sldChg>
      <pc:sldChg chg="addSp modSp add mod">
        <pc:chgData name="sergio maldonado" userId="8754a5a4c21fad15" providerId="LiveId" clId="{B8EF9E37-8611-4B6B-80C5-4D41CFD2FC6C}" dt="2026-09-09T11:19:02.018" v="492" actId="22"/>
        <pc:sldMkLst>
          <pc:docMk/>
          <pc:sldMk cId="1327897025" sldId="325"/>
        </pc:sldMkLst>
        <pc:spChg chg="mod">
          <ac:chgData name="sergio maldonado" userId="8754a5a4c21fad15" providerId="LiveId" clId="{B8EF9E37-8611-4B6B-80C5-4D41CFD2FC6C}" dt="2026-09-09T11:18:43.149" v="488" actId="255"/>
          <ac:spMkLst>
            <pc:docMk/>
            <pc:sldMk cId="1327897025" sldId="325"/>
            <ac:spMk id="4" creationId="{FA9EC234-8E0A-F502-A6B9-17EA350827BC}"/>
          </ac:spMkLst>
        </pc:spChg>
        <pc:spChg chg="mod">
          <ac:chgData name="sergio maldonado" userId="8754a5a4c21fad15" providerId="LiveId" clId="{B8EF9E37-8611-4B6B-80C5-4D41CFD2FC6C}" dt="2026-09-09T11:19:00.277" v="491" actId="14100"/>
          <ac:spMkLst>
            <pc:docMk/>
            <pc:sldMk cId="1327897025" sldId="325"/>
            <ac:spMk id="6" creationId="{83ABA647-EBDE-D234-8C44-2168682DD44B}"/>
          </ac:spMkLst>
        </pc:spChg>
        <pc:picChg chg="add">
          <ac:chgData name="sergio maldonado" userId="8754a5a4c21fad15" providerId="LiveId" clId="{B8EF9E37-8611-4B6B-80C5-4D41CFD2FC6C}" dt="2026-09-09T11:19:02.018" v="492" actId="22"/>
          <ac:picMkLst>
            <pc:docMk/>
            <pc:sldMk cId="1327897025" sldId="325"/>
            <ac:picMk id="8" creationId="{59B142ED-0E41-0B65-BB52-9687CD6FEA2B}"/>
          </ac:picMkLst>
        </pc:picChg>
      </pc:sldChg>
      <pc:sldChg chg="addSp modSp add mod">
        <pc:chgData name="sergio maldonado" userId="8754a5a4c21fad15" providerId="LiveId" clId="{B8EF9E37-8611-4B6B-80C5-4D41CFD2FC6C}" dt="2026-09-09T11:19:48.939" v="503" actId="22"/>
        <pc:sldMkLst>
          <pc:docMk/>
          <pc:sldMk cId="680827678" sldId="326"/>
        </pc:sldMkLst>
        <pc:spChg chg="mod">
          <ac:chgData name="sergio maldonado" userId="8754a5a4c21fad15" providerId="LiveId" clId="{B8EF9E37-8611-4B6B-80C5-4D41CFD2FC6C}" dt="2026-09-09T11:19:43.579" v="502" actId="255"/>
          <ac:spMkLst>
            <pc:docMk/>
            <pc:sldMk cId="680827678" sldId="326"/>
            <ac:spMk id="3" creationId="{7AF8AD88-19F8-6252-9387-56948C787922}"/>
          </ac:spMkLst>
        </pc:spChg>
        <pc:picChg chg="add">
          <ac:chgData name="sergio maldonado" userId="8754a5a4c21fad15" providerId="LiveId" clId="{B8EF9E37-8611-4B6B-80C5-4D41CFD2FC6C}" dt="2026-09-09T11:19:48.939" v="503" actId="22"/>
          <ac:picMkLst>
            <pc:docMk/>
            <pc:sldMk cId="680827678" sldId="326"/>
            <ac:picMk id="5" creationId="{CD6F4D56-0478-D3D1-344F-494D7F260F1E}"/>
          </ac:picMkLst>
        </pc:picChg>
      </pc:sldChg>
      <pc:sldChg chg="modSp add mod">
        <pc:chgData name="sergio maldonado" userId="8754a5a4c21fad15" providerId="LiveId" clId="{B8EF9E37-8611-4B6B-80C5-4D41CFD2FC6C}" dt="2026-09-09T11:21:16.825" v="516" actId="207"/>
        <pc:sldMkLst>
          <pc:docMk/>
          <pc:sldMk cId="1194678984" sldId="327"/>
        </pc:sldMkLst>
        <pc:spChg chg="mod">
          <ac:chgData name="sergio maldonado" userId="8754a5a4c21fad15" providerId="LiveId" clId="{B8EF9E37-8611-4B6B-80C5-4D41CFD2FC6C}" dt="2026-09-09T11:21:16.825" v="516" actId="207"/>
          <ac:spMkLst>
            <pc:docMk/>
            <pc:sldMk cId="1194678984" sldId="327"/>
            <ac:spMk id="3" creationId="{EFA22762-D1ED-5FF7-63C3-C5D149FAEAED}"/>
          </ac:spMkLst>
        </pc:spChg>
      </pc:sldChg>
      <pc:sldChg chg="addSp delSp modSp add mod">
        <pc:chgData name="sergio maldonado" userId="8754a5a4c21fad15" providerId="LiveId" clId="{B8EF9E37-8611-4B6B-80C5-4D41CFD2FC6C}" dt="2026-09-09T11:21:42.414" v="520" actId="22"/>
        <pc:sldMkLst>
          <pc:docMk/>
          <pc:sldMk cId="17519818" sldId="328"/>
        </pc:sldMkLst>
        <pc:spChg chg="mod">
          <ac:chgData name="sergio maldonado" userId="8754a5a4c21fad15" providerId="LiveId" clId="{B8EF9E37-8611-4B6B-80C5-4D41CFD2FC6C}" dt="2026-09-09T11:21:31.242" v="517" actId="255"/>
          <ac:spMkLst>
            <pc:docMk/>
            <pc:sldMk cId="17519818" sldId="328"/>
            <ac:spMk id="3" creationId="{4E8DE594-825E-AA7F-4FE7-5A7D8EA9D896}"/>
          </ac:spMkLst>
        </pc:spChg>
        <pc:spChg chg="add del">
          <ac:chgData name="sergio maldonado" userId="8754a5a4c21fad15" providerId="LiveId" clId="{B8EF9E37-8611-4B6B-80C5-4D41CFD2FC6C}" dt="2026-09-09T11:21:36.167" v="519" actId="22"/>
          <ac:spMkLst>
            <pc:docMk/>
            <pc:sldMk cId="17519818" sldId="328"/>
            <ac:spMk id="5" creationId="{5FBC6C93-FA2E-901F-D867-A97678CEA89D}"/>
          </ac:spMkLst>
        </pc:spChg>
        <pc:picChg chg="add">
          <ac:chgData name="sergio maldonado" userId="8754a5a4c21fad15" providerId="LiveId" clId="{B8EF9E37-8611-4B6B-80C5-4D41CFD2FC6C}" dt="2026-09-09T11:21:42.414" v="520" actId="22"/>
          <ac:picMkLst>
            <pc:docMk/>
            <pc:sldMk cId="17519818" sldId="328"/>
            <ac:picMk id="7" creationId="{E7B6CC55-BCAC-041D-9892-298792F24C92}"/>
          </ac:picMkLst>
        </pc:picChg>
      </pc:sldChg>
      <pc:sldChg chg="del">
        <pc:chgData name="sergio maldonado" userId="8754a5a4c21fad15" providerId="LiveId" clId="{B8EF9E37-8611-4B6B-80C5-4D41CFD2FC6C}" dt="2026-09-09T09:52:11.292" v="0" actId="47"/>
        <pc:sldMkLst>
          <pc:docMk/>
          <pc:sldMk cId="3964390092" sldId="328"/>
        </pc:sldMkLst>
      </pc:sldChg>
      <pc:sldChg chg="addSp modSp add del mod">
        <pc:chgData name="sergio maldonado" userId="8754a5a4c21fad15" providerId="LiveId" clId="{B8EF9E37-8611-4B6B-80C5-4D41CFD2FC6C}" dt="2026-09-09T12:27:30.020" v="618" actId="47"/>
        <pc:sldMkLst>
          <pc:docMk/>
          <pc:sldMk cId="2066518233" sldId="329"/>
        </pc:sldMkLst>
        <pc:spChg chg="mod">
          <ac:chgData name="sergio maldonado" userId="8754a5a4c21fad15" providerId="LiveId" clId="{B8EF9E37-8611-4B6B-80C5-4D41CFD2FC6C}" dt="2026-09-09T11:23:07.519" v="533" actId="20577"/>
          <ac:spMkLst>
            <pc:docMk/>
            <pc:sldMk cId="2066518233" sldId="329"/>
            <ac:spMk id="2" creationId="{8C989ECE-173B-9ECA-8FE6-6A8BC5D35F90}"/>
          </ac:spMkLst>
        </pc:spChg>
        <pc:spChg chg="mod">
          <ac:chgData name="sergio maldonado" userId="8754a5a4c21fad15" providerId="LiveId" clId="{B8EF9E37-8611-4B6B-80C5-4D41CFD2FC6C}" dt="2026-09-09T11:22:35.605" v="528" actId="14100"/>
          <ac:spMkLst>
            <pc:docMk/>
            <pc:sldMk cId="2066518233" sldId="329"/>
            <ac:spMk id="3" creationId="{23050216-F17F-9FDE-E611-483D55DF0364}"/>
          </ac:spMkLst>
        </pc:spChg>
        <pc:picChg chg="add">
          <ac:chgData name="sergio maldonado" userId="8754a5a4c21fad15" providerId="LiveId" clId="{B8EF9E37-8611-4B6B-80C5-4D41CFD2FC6C}" dt="2026-09-09T11:22:43.840" v="529" actId="22"/>
          <ac:picMkLst>
            <pc:docMk/>
            <pc:sldMk cId="2066518233" sldId="329"/>
            <ac:picMk id="5" creationId="{FC68CB5D-0456-F437-2E7B-4308FDD8BFD8}"/>
          </ac:picMkLst>
        </pc:picChg>
      </pc:sldChg>
      <pc:sldChg chg="addSp modSp add del mod">
        <pc:chgData name="sergio maldonado" userId="8754a5a4c21fad15" providerId="LiveId" clId="{B8EF9E37-8611-4B6B-80C5-4D41CFD2FC6C}" dt="2026-09-09T12:27:26.210" v="617" actId="47"/>
        <pc:sldMkLst>
          <pc:docMk/>
          <pc:sldMk cId="3563995982" sldId="330"/>
        </pc:sldMkLst>
        <pc:spChg chg="mod">
          <ac:chgData name="sergio maldonado" userId="8754a5a4c21fad15" providerId="LiveId" clId="{B8EF9E37-8611-4B6B-80C5-4D41CFD2FC6C}" dt="2026-09-09T11:23:23.639" v="536" actId="20577"/>
          <ac:spMkLst>
            <pc:docMk/>
            <pc:sldMk cId="3563995982" sldId="330"/>
            <ac:spMk id="2" creationId="{4268503A-A722-9833-9071-99D9EF0752D2}"/>
          </ac:spMkLst>
        </pc:spChg>
        <pc:spChg chg="mod">
          <ac:chgData name="sergio maldonado" userId="8754a5a4c21fad15" providerId="LiveId" clId="{B8EF9E37-8611-4B6B-80C5-4D41CFD2FC6C}" dt="2026-09-09T11:23:31.741" v="538" actId="14100"/>
          <ac:spMkLst>
            <pc:docMk/>
            <pc:sldMk cId="3563995982" sldId="330"/>
            <ac:spMk id="3" creationId="{C7E5C028-DB19-1026-32C2-4B8E959F6ADB}"/>
          </ac:spMkLst>
        </pc:spChg>
        <pc:picChg chg="add">
          <ac:chgData name="sergio maldonado" userId="8754a5a4c21fad15" providerId="LiveId" clId="{B8EF9E37-8611-4B6B-80C5-4D41CFD2FC6C}" dt="2026-09-09T11:23:27.265" v="537" actId="22"/>
          <ac:picMkLst>
            <pc:docMk/>
            <pc:sldMk cId="3563995982" sldId="330"/>
            <ac:picMk id="5" creationId="{D8EB678E-98DB-6198-E383-9665FDD60143}"/>
          </ac:picMkLst>
        </pc:picChg>
      </pc:sldChg>
      <pc:sldChg chg="addSp modSp add del mod">
        <pc:chgData name="sergio maldonado" userId="8754a5a4c21fad15" providerId="LiveId" clId="{B8EF9E37-8611-4B6B-80C5-4D41CFD2FC6C}" dt="2026-09-09T12:27:21.119" v="616" actId="47"/>
        <pc:sldMkLst>
          <pc:docMk/>
          <pc:sldMk cId="572568930" sldId="331"/>
        </pc:sldMkLst>
        <pc:spChg chg="mod">
          <ac:chgData name="sergio maldonado" userId="8754a5a4c21fad15" providerId="LiveId" clId="{B8EF9E37-8611-4B6B-80C5-4D41CFD2FC6C}" dt="2026-09-09T12:27:15.138" v="615" actId="20577"/>
          <ac:spMkLst>
            <pc:docMk/>
            <pc:sldMk cId="572568930" sldId="331"/>
            <ac:spMk id="3" creationId="{F1105CED-9044-3177-EFB8-32BBBE95F1F3}"/>
          </ac:spMkLst>
        </pc:spChg>
        <pc:picChg chg="add">
          <ac:chgData name="sergio maldonado" userId="8754a5a4c21fad15" providerId="LiveId" clId="{B8EF9E37-8611-4B6B-80C5-4D41CFD2FC6C}" dt="2026-09-09T11:25:09.398" v="549" actId="22"/>
          <ac:picMkLst>
            <pc:docMk/>
            <pc:sldMk cId="572568930" sldId="331"/>
            <ac:picMk id="5" creationId="{65DCF482-C50F-2D30-CBF6-BA639EFC53B4}"/>
          </ac:picMkLst>
        </pc:picChg>
      </pc:sldChg>
      <pc:sldChg chg="addSp modSp add del mod">
        <pc:chgData name="sergio maldonado" userId="8754a5a4c21fad15" providerId="LiveId" clId="{B8EF9E37-8611-4B6B-80C5-4D41CFD2FC6C}" dt="2026-09-09T12:27:02.766" v="614" actId="47"/>
        <pc:sldMkLst>
          <pc:docMk/>
          <pc:sldMk cId="573414263" sldId="332"/>
        </pc:sldMkLst>
        <pc:spChg chg="mod">
          <ac:chgData name="sergio maldonado" userId="8754a5a4c21fad15" providerId="LiveId" clId="{B8EF9E37-8611-4B6B-80C5-4D41CFD2FC6C}" dt="2026-09-09T11:26:41.652" v="575" actId="6549"/>
          <ac:spMkLst>
            <pc:docMk/>
            <pc:sldMk cId="573414263" sldId="332"/>
            <ac:spMk id="3" creationId="{9BF77ED5-EE60-59B3-A044-396D2E0B9018}"/>
          </ac:spMkLst>
        </pc:spChg>
        <pc:picChg chg="add">
          <ac:chgData name="sergio maldonado" userId="8754a5a4c21fad15" providerId="LiveId" clId="{B8EF9E37-8611-4B6B-80C5-4D41CFD2FC6C}" dt="2026-09-09T11:26:42.877" v="576" actId="22"/>
          <ac:picMkLst>
            <pc:docMk/>
            <pc:sldMk cId="573414263" sldId="332"/>
            <ac:picMk id="5" creationId="{45427DB9-BAC0-D655-4367-67137FE714E1}"/>
          </ac:picMkLst>
        </pc:picChg>
      </pc:sldChg>
      <pc:sldChg chg="addSp delSp modSp add del mod">
        <pc:chgData name="sergio maldonado" userId="8754a5a4c21fad15" providerId="LiveId" clId="{B8EF9E37-8611-4B6B-80C5-4D41CFD2FC6C}" dt="2026-09-09T10:24:40.088" v="178"/>
        <pc:sldMkLst>
          <pc:docMk/>
          <pc:sldMk cId="1095956790" sldId="333"/>
        </pc:sldMkLst>
        <pc:spChg chg="del">
          <ac:chgData name="sergio maldonado" userId="8754a5a4c21fad15" providerId="LiveId" clId="{B8EF9E37-8611-4B6B-80C5-4D41CFD2FC6C}" dt="2026-09-09T10:24:10.364" v="152"/>
          <ac:spMkLst>
            <pc:docMk/>
            <pc:sldMk cId="1095956790" sldId="333"/>
            <ac:spMk id="3" creationId="{709E2BB1-1656-237E-ECB7-403A02D7F3E1}"/>
          </ac:spMkLst>
        </pc:spChg>
        <pc:spChg chg="add mod">
          <ac:chgData name="sergio maldonado" userId="8754a5a4c21fad15" providerId="LiveId" clId="{B8EF9E37-8611-4B6B-80C5-4D41CFD2FC6C}" dt="2026-09-09T10:24:10.382" v="160"/>
          <ac:spMkLst>
            <pc:docMk/>
            <pc:sldMk cId="1095956790" sldId="333"/>
            <ac:spMk id="4" creationId="{466C147A-442A-4E1A-B3FA-790A3DA48E3E}"/>
          </ac:spMkLst>
        </pc:spChg>
        <pc:spChg chg="add mod">
          <ac:chgData name="sergio maldonado" userId="8754a5a4c21fad15" providerId="LiveId" clId="{B8EF9E37-8611-4B6B-80C5-4D41CFD2FC6C}" dt="2026-09-09T10:24:10.398" v="168"/>
          <ac:spMkLst>
            <pc:docMk/>
            <pc:sldMk cId="1095956790" sldId="333"/>
            <ac:spMk id="5" creationId="{9D0567D3-B6AB-4F14-BB61-C9F64B3339E2}"/>
          </ac:spMkLst>
        </pc:spChg>
        <pc:spChg chg="add mod">
          <ac:chgData name="sergio maldonado" userId="8754a5a4c21fad15" providerId="LiveId" clId="{B8EF9E37-8611-4B6B-80C5-4D41CFD2FC6C}" dt="2026-09-09T10:24:10.398" v="176"/>
          <ac:spMkLst>
            <pc:docMk/>
            <pc:sldMk cId="1095956790" sldId="333"/>
            <ac:spMk id="6" creationId="{641F01D2-50C8-42DC-B506-3C11B6C06207}"/>
          </ac:spMkLst>
        </pc:spChg>
      </pc:sldChg>
      <pc:sldChg chg="add del">
        <pc:chgData name="sergio maldonado" userId="8754a5a4c21fad15" providerId="LiveId" clId="{B8EF9E37-8611-4B6B-80C5-4D41CFD2FC6C}" dt="2026-09-09T10:24:43.736" v="180"/>
        <pc:sldMkLst>
          <pc:docMk/>
          <pc:sldMk cId="47317286" sldId="334"/>
        </pc:sldMkLst>
      </pc:sldChg>
      <pc:sldChg chg="add del">
        <pc:chgData name="sergio maldonado" userId="8754a5a4c21fad15" providerId="LiveId" clId="{B8EF9E37-8611-4B6B-80C5-4D41CFD2FC6C}" dt="2026-09-09T10:24:48.083" v="182"/>
        <pc:sldMkLst>
          <pc:docMk/>
          <pc:sldMk cId="1531445023" sldId="335"/>
        </pc:sldMkLst>
      </pc:sldChg>
      <pc:sldChg chg="add del">
        <pc:chgData name="sergio maldonado" userId="8754a5a4c21fad15" providerId="LiveId" clId="{B8EF9E37-8611-4B6B-80C5-4D41CFD2FC6C}" dt="2026-09-09T10:25:05.397" v="184"/>
        <pc:sldMkLst>
          <pc:docMk/>
          <pc:sldMk cId="2480121181" sldId="336"/>
        </pc:sldMkLst>
      </pc:sldChg>
      <pc:sldChg chg="modSp add mod">
        <pc:chgData name="sergio maldonado" userId="8754a5a4c21fad15" providerId="LiveId" clId="{B8EF9E37-8611-4B6B-80C5-4D41CFD2FC6C}" dt="2026-09-09T11:27:05.997" v="578" actId="255"/>
        <pc:sldMkLst>
          <pc:docMk/>
          <pc:sldMk cId="3323010851" sldId="337"/>
        </pc:sldMkLst>
        <pc:spChg chg="mod">
          <ac:chgData name="sergio maldonado" userId="8754a5a4c21fad15" providerId="LiveId" clId="{B8EF9E37-8611-4B6B-80C5-4D41CFD2FC6C}" dt="2026-09-09T11:26:58.181" v="577" actId="255"/>
          <ac:spMkLst>
            <pc:docMk/>
            <pc:sldMk cId="3323010851" sldId="337"/>
            <ac:spMk id="4" creationId="{466C147A-442A-4E1A-B3FA-790A3DA48E3E}"/>
          </ac:spMkLst>
        </pc:spChg>
        <pc:spChg chg="mod">
          <ac:chgData name="sergio maldonado" userId="8754a5a4c21fad15" providerId="LiveId" clId="{B8EF9E37-8611-4B6B-80C5-4D41CFD2FC6C}" dt="2026-09-09T11:27:05.997" v="578" actId="255"/>
          <ac:spMkLst>
            <pc:docMk/>
            <pc:sldMk cId="3323010851" sldId="337"/>
            <ac:spMk id="5" creationId="{9D0567D3-B6AB-4F14-BB61-C9F64B3339E2}"/>
          </ac:spMkLst>
        </pc:spChg>
        <pc:spChg chg="mod">
          <ac:chgData name="sergio maldonado" userId="8754a5a4c21fad15" providerId="LiveId" clId="{B8EF9E37-8611-4B6B-80C5-4D41CFD2FC6C}" dt="2026-09-09T11:27:05.997" v="578" actId="255"/>
          <ac:spMkLst>
            <pc:docMk/>
            <pc:sldMk cId="3323010851" sldId="337"/>
            <ac:spMk id="6" creationId="{641F01D2-50C8-42DC-B506-3C11B6C06207}"/>
          </ac:spMkLst>
        </pc:spChg>
      </pc:sldChg>
      <pc:sldChg chg="addSp modSp add mod">
        <pc:chgData name="sergio maldonado" userId="8754a5a4c21fad15" providerId="LiveId" clId="{B8EF9E37-8611-4B6B-80C5-4D41CFD2FC6C}" dt="2026-09-09T11:28:01.794" v="590" actId="22"/>
        <pc:sldMkLst>
          <pc:docMk/>
          <pc:sldMk cId="3279290570" sldId="338"/>
        </pc:sldMkLst>
        <pc:spChg chg="mod">
          <ac:chgData name="sergio maldonado" userId="8754a5a4c21fad15" providerId="LiveId" clId="{B8EF9E37-8611-4B6B-80C5-4D41CFD2FC6C}" dt="2026-09-09T11:27:55.463" v="589" actId="20577"/>
          <ac:spMkLst>
            <pc:docMk/>
            <pc:sldMk cId="3279290570" sldId="338"/>
            <ac:spMk id="3" creationId="{5D21B7A5-8B31-0C53-1699-9F28169AE086}"/>
          </ac:spMkLst>
        </pc:spChg>
        <pc:picChg chg="add">
          <ac:chgData name="sergio maldonado" userId="8754a5a4c21fad15" providerId="LiveId" clId="{B8EF9E37-8611-4B6B-80C5-4D41CFD2FC6C}" dt="2026-09-09T11:28:01.794" v="590" actId="22"/>
          <ac:picMkLst>
            <pc:docMk/>
            <pc:sldMk cId="3279290570" sldId="338"/>
            <ac:picMk id="5" creationId="{8FC73AB5-7BE5-B3F0-718E-22A69B2D98FF}"/>
          </ac:picMkLst>
        </pc:picChg>
      </pc:sldChg>
      <pc:sldChg chg="add del">
        <pc:chgData name="sergio maldonado" userId="8754a5a4c21fad15" providerId="LiveId" clId="{B8EF9E37-8611-4B6B-80C5-4D41CFD2FC6C}" dt="2026-09-09T10:26:51.404" v="191"/>
        <pc:sldMkLst>
          <pc:docMk/>
          <pc:sldMk cId="2518286464" sldId="339"/>
        </pc:sldMkLst>
      </pc:sldChg>
      <pc:sldChg chg="addSp modSp add mod modClrScheme chgLayout">
        <pc:chgData name="sergio maldonado" userId="8754a5a4c21fad15" providerId="LiveId" clId="{B8EF9E37-8611-4B6B-80C5-4D41CFD2FC6C}" dt="2026-09-09T11:28:59.235" v="601" actId="255"/>
        <pc:sldMkLst>
          <pc:docMk/>
          <pc:sldMk cId="2949024128" sldId="340"/>
        </pc:sldMkLst>
        <pc:spChg chg="mod">
          <ac:chgData name="sergio maldonado" userId="8754a5a4c21fad15" providerId="LiveId" clId="{B8EF9E37-8611-4B6B-80C5-4D41CFD2FC6C}" dt="2026-09-09T11:28:49.335" v="599" actId="26606"/>
          <ac:spMkLst>
            <pc:docMk/>
            <pc:sldMk cId="2949024128" sldId="340"/>
            <ac:spMk id="2" creationId="{900FCE9C-7ADA-841A-6E1A-8EC3A95E6C12}"/>
          </ac:spMkLst>
        </pc:spChg>
        <pc:spChg chg="mod">
          <ac:chgData name="sergio maldonado" userId="8754a5a4c21fad15" providerId="LiveId" clId="{B8EF9E37-8611-4B6B-80C5-4D41CFD2FC6C}" dt="2026-09-09T11:28:59.235" v="601" actId="255"/>
          <ac:spMkLst>
            <pc:docMk/>
            <pc:sldMk cId="2949024128" sldId="340"/>
            <ac:spMk id="3" creationId="{1AA12EDA-6916-C68B-8C2C-7AAF8B282B16}"/>
          </ac:spMkLst>
        </pc:spChg>
        <pc:picChg chg="add mod">
          <ac:chgData name="sergio maldonado" userId="8754a5a4c21fad15" providerId="LiveId" clId="{B8EF9E37-8611-4B6B-80C5-4D41CFD2FC6C}" dt="2026-09-09T11:28:49.335" v="599" actId="26606"/>
          <ac:picMkLst>
            <pc:docMk/>
            <pc:sldMk cId="2949024128" sldId="340"/>
            <ac:picMk id="5" creationId="{23349AD9-0188-2668-6752-B3540AC3EBC2}"/>
          </ac:picMkLst>
        </pc:picChg>
      </pc:sldChg>
      <pc:sldChg chg="add del">
        <pc:chgData name="sergio maldonado" userId="8754a5a4c21fad15" providerId="LiveId" clId="{B8EF9E37-8611-4B6B-80C5-4D41CFD2FC6C}" dt="2026-09-09T10:29:38.615" v="195"/>
        <pc:sldMkLst>
          <pc:docMk/>
          <pc:sldMk cId="3563042486" sldId="341"/>
        </pc:sldMkLst>
      </pc:sldChg>
      <pc:sldChg chg="modSp add mod">
        <pc:chgData name="sergio maldonado" userId="8754a5a4c21fad15" providerId="LiveId" clId="{B8EF9E37-8611-4B6B-80C5-4D41CFD2FC6C}" dt="2026-09-09T11:03:34.711" v="208" actId="113"/>
        <pc:sldMkLst>
          <pc:docMk/>
          <pc:sldMk cId="344262495" sldId="342"/>
        </pc:sldMkLst>
        <pc:spChg chg="mod">
          <ac:chgData name="sergio maldonado" userId="8754a5a4c21fad15" providerId="LiveId" clId="{B8EF9E37-8611-4B6B-80C5-4D41CFD2FC6C}" dt="2026-09-09T11:03:34.711" v="208" actId="113"/>
          <ac:spMkLst>
            <pc:docMk/>
            <pc:sldMk cId="344262495" sldId="342"/>
            <ac:spMk id="4" creationId="{00000000-0000-0000-0000-000000000000}"/>
          </ac:spMkLst>
        </pc:spChg>
        <pc:spChg chg="mod">
          <ac:chgData name="sergio maldonado" userId="8754a5a4c21fad15" providerId="LiveId" clId="{B8EF9E37-8611-4B6B-80C5-4D41CFD2FC6C}" dt="2026-09-09T11:02:41.339" v="204" actId="255"/>
          <ac:spMkLst>
            <pc:docMk/>
            <pc:sldMk cId="344262495" sldId="342"/>
            <ac:spMk id="8" creationId="{00000000-0000-0000-0000-000000000000}"/>
          </ac:spMkLst>
        </pc:spChg>
      </pc:sldChg>
      <pc:sldMasterChg chg="delSldLayout">
        <pc:chgData name="sergio maldonado" userId="8754a5a4c21fad15" providerId="LiveId" clId="{B8EF9E37-8611-4B6B-80C5-4D41CFD2FC6C}" dt="2026-09-09T09:52:11.292" v="0" actId="47"/>
        <pc:sldMasterMkLst>
          <pc:docMk/>
          <pc:sldMasterMk cId="1153951792" sldId="2147483872"/>
        </pc:sldMasterMkLst>
        <pc:sldLayoutChg chg="del">
          <pc:chgData name="sergio maldonado" userId="8754a5a4c21fad15" providerId="LiveId" clId="{B8EF9E37-8611-4B6B-80C5-4D41CFD2FC6C}" dt="2026-09-09T09:52:11.292" v="0" actId="47"/>
          <pc:sldLayoutMkLst>
            <pc:docMk/>
            <pc:sldMasterMk cId="1153951792" sldId="2147483872"/>
            <pc:sldLayoutMk cId="4248081093" sldId="214748390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916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Enganchá con el capítulo anterior: la Cuenta ya se defiende sola, pero copiar tres clases obliga a tocar todo cada vez que cambia algo común.</a:t>
            </a:r>
          </a:p>
          <a:p>
            <a:r>
              <a:rPr lang="es-AR" dirty="0"/>
              <a:t>Error típico de esta etapa: subestimar el problema ("no es tanto código") sin ver que escala con cada tipo nuevo de cuenta.</a:t>
            </a:r>
          </a:p>
          <a:p>
            <a:r>
              <a:rPr lang="es-AR" dirty="0"/>
              <a:t>Cerrá remarcando que herencia y polimorfismo son los dos pilares que faltan para completar POO.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Recorré la agenda rápido, en 30 segundos. Es el mapa de las dos horas.</a:t>
            </a:r>
          </a:p>
          <a:p>
            <a:r>
              <a:rPr lang="es-AR" dirty="0"/>
              <a:t>Avisá que vamos a volver varias veces sobre el mismo ejemplo (empleados, cuentas) para que no se sorprendan de la repetición.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Retomá el paralelo con conjuntos del capítulo 9: subconjunto = hija. Escribí class Auto(Vehiculo): pass en vivo y mostrá que ya funciona.</a:t>
            </a:r>
          </a:p>
          <a:p>
            <a:r>
              <a:rPr lang="es-AR" dirty="0"/>
              <a:t>Error típico: pensar que hay que reescribir el __init__ para 'activar' la herencia. No hace falta nada si la hija no agrega comportamiento.</a:t>
            </a:r>
          </a:p>
          <a:p>
            <a:r>
              <a:rPr lang="es-AR" dirty="0"/>
              <a:t>Mencioná que el guion bajo (capítulo 10) sigue significando lo mismo: la hija puede tocarlo, el código externo no.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Escribí esto en vivo. Mostrá que con class Auto(Vehiculo): pass ya podés hacer auto.acelerar(20) y auto.informar() sin escribir nada más.</a:t>
            </a:r>
          </a:p>
          <a:p>
            <a:r>
              <a:rPr lang="es-AR" dirty="0"/>
              <a:t>Rematá con isinstance(auto, Auto) e isinstance(auto, Vehiculo): las dos dan True. Es la base del polimorfismo que viene después.</a:t>
            </a:r>
          </a:p>
          <a:p>
            <a:r>
              <a:rPr lang="es-AR" dirty="0"/>
              <a:t>Error típico: llamar auto._marca desde afuera 'porque funciona'. Recordá que se accede con informar(), no leyendo el atributo protegido.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Fijá los términos antes de seguir: van a aparecer todo el capítulo. Podés mostrar isinstance(auto, Vehiculo) como demostración rápida de 'es un'.</a:t>
            </a:r>
          </a:p>
          <a:p>
            <a:r>
              <a:rPr lang="es-AR" dirty="0"/>
              <a:t>Error típico: confundir 'tiene un' con herencia porque 'suena parecido'. Insistí: motor no ES un auto, el auto TIENE un motor.</a:t>
            </a:r>
          </a:p>
          <a:p>
            <a:r>
              <a:rPr lang="es-AR" dirty="0"/>
              <a:t>Composición todavía no se explica en detalle, solo se nombra como contraste — se retoma en el capítulo 12.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Dales 1-2 minutos en parejas. Respuesta esperada: Gerente ES UN Empleado (herencia); Gerente TIENE UN equipo (composición, un atributo que es una lista).</a:t>
            </a:r>
          </a:p>
          <a:p>
            <a:r>
              <a:rPr lang="es-AR" dirty="0"/>
              <a:t>Error típico: decir que Gerente 'hereda' del equipo porque lo usa mucho. Remarcá que heredar es sobre la clase, no sobre 'usar' un objeto.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Escribí abrir_baul() en vivo dentro de Auto y probá auto.abrir_baul() vs generico.abrir_baul() (falla).</a:t>
            </a:r>
          </a:p>
          <a:p>
            <a:r>
              <a:rPr lang="es-AR" dirty="0"/>
              <a:t>Error típico: creer que agregar un método en la hija también lo agrega al padre. Es al revés: solo la hija lo tiene.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Por ahora super() = 'una referencia al padre'. La verdad completa (MRO) se menciona recién en herencia múltiple, no hace falta ahora.</a:t>
            </a:r>
          </a:p>
          <a:p>
            <a:r>
              <a:rPr lang="es-AR" dirty="0"/>
              <a:t>Error típico central del capítulo: olvidarse de super().__init__(). El objeto se crea sin protestar y explota mucho después, lejos de la causa. Viene en la próxima slide de código.</a:t>
            </a:r>
          </a:p>
          <a:p>
            <a:r>
              <a:rPr lang="es-AR" dirty="0"/>
              <a:t>Insistí en la regla práctica: primera línea del __init__ de la hija, casi siempre, es super().__init__(...).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Escribí primero SIN super().__init__() (self._puertas = puertas nomás) y mostrá el AttributeError tardío al llamar informar(). Después arreglalo con super().</a:t>
            </a:r>
          </a:p>
          <a:p>
            <a:r>
              <a:rPr lang="es-AR" dirty="0"/>
              <a:t>Mostrá auto.informar() completo: primero corre lo del padre (Marca: Ford), después lo propio (Puertas: 4). Patrón 'todo lo del padre + esto otro'.</a:t>
            </a:r>
          </a:p>
          <a:p>
            <a:r>
              <a:rPr lang="es-AR" dirty="0"/>
              <a:t>Error típico: llamar super().__init__(marca) con argumentos de más o de menos. Los argumentos deben coincidir con la firma del __init__ del padre.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Respuesta esperada: el objeto se crea sin error (Python no obliga nada); _marca nunca se asigna; el error explota recién cuando algo lee self._marca, en otro método y quizás en otro archivo.</a:t>
            </a:r>
          </a:p>
          <a:p>
            <a:r>
              <a:rPr lang="es-AR" dirty="0"/>
              <a:t>Este es EL error típico del capítulo. Dales tiempo, después mostrás el ejemplo roto en la slide de código siguiente si no lo mostraste ya.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Diferenciá bien de 'agregar comportamiento' (S8): ahí se sumaba un método nuevo, acá se REEMPLAZA uno que ya existía en el padre con el mismo nombre.</a:t>
            </a:r>
          </a:p>
          <a:p>
            <a:r>
              <a:rPr lang="es-AR" dirty="0"/>
              <a:t>Mencioná de paso (sin frenar mucho) el caso Cuadrado(Rectangulo): funciona, pero es el contraejemplo clásico de diseño con herencia — se retoma en el capítulo 13 con Liskov.</a:t>
            </a:r>
          </a:p>
          <a:p>
            <a:r>
              <a:rPr lang="es-AR" dirty="0"/>
              <a:t>Error típico: pensar que sobrescribir SIEMPRE requiere super(). No: depende de si querés reemplazar del todo o solo agregar un adorno.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Mostrá estable.calcular_sueldo() = 500000 vs contratado.calcular_sueldo() = 480000: mismo nombre de método, misma 'operación conceptual', implementación distinta.</a:t>
            </a:r>
          </a:p>
          <a:p>
            <a:r>
              <a:rPr lang="es-AR" dirty="0"/>
              <a:t>Notá que super().__init__(nombre, 0) pasa 0 como sueldo_mensual porque el contratado no tiene sueldo fijo. Preguntá por qué no se puede omitir ese argumento.</a:t>
            </a:r>
          </a:p>
          <a:p>
            <a:r>
              <a:rPr lang="es-AR" dirty="0"/>
              <a:t>Error típico: olvidarse de que EmpleadoContratado SIGUE teniendo _sueldo_mensual (heredado, en 0) aunque nunca lo use.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Es la propiedad más poderosa del combo herencia+polimorfismo. Adelantá que en la próxima slide de código lo vamos a ver corriendo.</a:t>
            </a:r>
          </a:p>
          <a:p>
            <a:r>
              <a:rPr lang="es-AR" dirty="0"/>
              <a:t>Insistí en 'fijate lo que pasó': el código dentro del for es IDÉNTICO para los tres tipos de empleado. Eso es lo nuevo.</a:t>
            </a:r>
          </a:p>
          <a:p>
            <a:r>
              <a:rPr lang="es-AR" dirty="0"/>
              <a:t>Regla mental para repetir: si tenés que preguntar el tipo antes de llamar un método, ese método probablemente debería estar en la clase.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Las clases Empleado/EmpleadoMensual/EmpleadoPorHora ya están escritas en la slide anterior de sobrescritura; escribí resumen() en vivo para cada una antes de este bucle.</a:t>
            </a:r>
          </a:p>
          <a:p>
            <a:r>
              <a:rPr lang="es-AR" dirty="0"/>
              <a:t>El punto central: el código DENTRO del for es idéntico para los tres. Nadie preguntó 'de qué tipo es emp'.</a:t>
            </a:r>
          </a:p>
          <a:p>
            <a:r>
              <a:rPr lang="es-AR" dirty="0"/>
              <a:t>Error típico: pensar que hace falta algo especial en la lista (algún 'cast' o declaración de tipo) para mezclar objetos distintos. En Python no hace falta nada.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Respuesta esperada: hay que tocar CADA bucle isinstance del programa (si hay 20, tocar 20). Con polimorfismo, solo se agrega la clase nueva y nada más cambia.</a:t>
            </a:r>
          </a:p>
          <a:p>
            <a:r>
              <a:rPr lang="es-AR" dirty="0"/>
              <a:t>Conectá con el principio abierto/cerrado que van a ver en SOLID (capítulo 13): el código debería estar cerrado a modificación, abierto a extensión.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Comparación visual directa. El de la izquierda es del libro literalmente titulado 'NO LO HAGAS'. Remarcá cuánto más corto y más fácil de extender es el de la derecha.</a:t>
            </a:r>
          </a:p>
          <a:p>
            <a:r>
              <a:rPr lang="es-AR" dirty="0"/>
              <a:t>Problema del código de la izquierda: lee atributos protegidos ajenos (emp._tarifa) desde afuera — rompe el encapsulamiento del capítulo 10.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Traducí el refrán: si un objeto tiene los métodos que espero, lo trato como si fuera del tipo que espero. No hace falta herencia formal.</a:t>
            </a:r>
          </a:p>
          <a:p>
            <a:r>
              <a:rPr lang="es-AR" dirty="0"/>
              <a:t>Aclaración fina: si el método compartido fuera __str__ (que ya viene de object), no sería duck typing en serio — el contrato tiene que ser inventado por nosotros, no heredado.</a:t>
            </a:r>
          </a:p>
          <a:p>
            <a:r>
              <a:rPr lang="es-AR" dirty="0"/>
              <a:t>Regla para elegir: ¿hay lógica real para compartir (mismo __init__, atributos)? Herencia. ¿Solo comparten un nombre de método? Duck typing.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Probá en vivo: hacer_hablar(Pato()), hacer_hablar(Robot()), hacer_hablar(Alarma()). Las tres funcionan sin ningún ancestro común salvo object.</a:t>
            </a:r>
          </a:p>
          <a:p>
            <a:r>
              <a:rPr lang="es-AR" dirty="0"/>
              <a:t>Contrastá con Java/C#: ahí hace falta declarar una interfaz común. En Python la interfaz es implícita, alcanza con que el método exista.</a:t>
            </a:r>
          </a:p>
          <a:p>
            <a:r>
              <a:rPr lang="es-AR" dirty="0"/>
              <a:t>Error típico: intentar hacer isinstance(cosa, AlgunTipoComún) dentro de hacer_hablar 'por las dudas'. Eso rompe el punto de duck typing.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Mostrá rápido class Pato(Volador, Nadador): pass, donald.volar() y donald.nadar(). No te detengas en MRO, es solo para que sepan que existe el nombre.</a:t>
            </a:r>
          </a:p>
          <a:p>
            <a:r>
              <a:rPr lang="es-AR" dirty="0"/>
              <a:t>En este manual NO vamos a usar herencia múltiple. En Java está prohibida por diseño (interfaces); en Python se permite pero se evita, salvo mixins de Django (año que viene).</a:t>
            </a:r>
          </a:p>
          <a:p>
            <a:r>
              <a:rPr lang="es-AR" dirty="0"/>
              <a:t>Error típico: pensar que hace falta MRO para entender el resto del capítulo. No — con herencia simple 'el padre' alcanza siempre.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Volvé a la promesa del principio de la clase: con todo lo visto ya podemos armar el banco entero sin duplicar una sola línea.</a:t>
            </a:r>
          </a:p>
          <a:p>
            <a:r>
              <a:rPr lang="es-AR" dirty="0"/>
              <a:t>Señalá el patrón más valioso del capítulo: CuentaCorriente no reescribe extraer(), solo cambia puede_extraer(). El padre define el esqueleto, la hija cambia una sola pieza.</a:t>
            </a:r>
          </a:p>
          <a:p>
            <a:r>
              <a:rPr lang="es-AR" dirty="0"/>
              <a:t>Este diagrama es el mapa completo antes de ver el código en la próxima slide.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Este es el patrón más valioso del capítulo entero. extraer() llama a self.puede_extraer(monto) y Python resuelve cuál usar según el objeto real — sin que extraer() sepa nada de CuentaCorriente.</a:t>
            </a:r>
          </a:p>
          <a:p>
            <a:r>
              <a:rPr lang="es-AR" dirty="0"/>
              <a:t>Armá en vivo la lista [CajaAhorro('Ana',10000), CuentaCorriente('Juan',5000)] y corré depositar/extraer/resumen sobre las dos sin preguntar el tipo — polimorfismo en la práctica.</a:t>
            </a:r>
          </a:p>
          <a:p>
            <a:r>
              <a:rPr lang="es-AR" dirty="0"/>
              <a:t>Cerrá conectando los cuatro elementos: herencia (código escrito una vez), sobrescritura selectiva (solo puede_extraer), super() en resumen(), y polimorfismo (los bucles finales).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/>
              <a:t>Cerrá conectando los cuatro: abstracción y encapsulamiento del capítulo 10, herencia y polimorfismo de hoy. Con esto completan los cuatro pilares clásicos de POO.</a:t>
            </a:r>
          </a:p>
          <a:p>
            <a:r>
              <a:rPr lang="es-AR" dirty="0"/>
              <a:t>Avisá que composición (próximo capítulo) combina estos cuatro pilares en sistemas más grandes, y SOLID los eleva a principios de diseño.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7DA815B-BFAB-3E8D-D7E1-E7F9DE0A77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57758407-B9B8-FC90-BBF1-B9013F196E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03BE6F4-76AC-1913-6858-8449FC30A22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3A959F0E-1234-A029-DD14-0642D145755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42107F04-5566-3CCB-8B23-B8B3ECBA545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323891899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14132CA-3777-075A-ECC4-B9DEFA9B3CEB}"/>
              </a:ext>
            </a:extLst>
          </p:cNvPr>
          <p:cNvCxnSpPr>
            <a:cxnSpLocks/>
          </p:cNvCxnSpPr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662395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31895063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6A70A2D-6A6F-D8FD-B860-1F184E1B5E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D95EA3D9-98A4-3891-668D-DF99CC18D7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4E1D7382-6629-2CE5-9CD1-12C42772E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04D3FCD7-2C92-02D9-B65F-03119FF691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825B394-7F27-6399-8BDB-45CADE4F4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14160-DA6E-9655-9294-6538F297B73D}"/>
              </a:ext>
            </a:extLst>
          </p:cNvPr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EC29EB-3E43-F1FF-EB6B-9F5C908FFCC8}"/>
              </a:ext>
            </a:extLst>
          </p:cNvPr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148938"/>
      </p:ext>
    </p:extLst>
  </p:cSld>
  <p:clrMapOvr>
    <a:masterClrMapping/>
  </p:clrMapOvr>
  <p:hf sldNum="0" hdr="0" ftr="0" dt="0"/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43D93006-CD9A-ACB8-4DFF-755585BD51C6}"/>
              </a:ext>
            </a:extLst>
          </p:cNvPr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35B8330-0A40-6340-3205-86A38459537F}"/>
              </a:ext>
            </a:extLst>
          </p:cNvPr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2AFF5B4-F60C-7639-0259-DAA1F9833429}"/>
              </a:ext>
            </a:extLst>
          </p:cNvPr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CA76BF-5E58-9143-643F-6B06864B8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6C9F8B-DAAC-4FD9-5257-842E1B079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F8E261-B260-D169-5279-F4153543A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425750683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2F5B7E4-5668-20C3-5FFF-AA7F08736507}"/>
              </a:ext>
            </a:extLst>
          </p:cNvPr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68344FF-8882-8B2E-4777-40771425C01A}"/>
              </a:ext>
            </a:extLst>
          </p:cNvPr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F9BCED7-6A0B-12F0-730B-5623879C94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E14FBD3E-3A09-5EF4-6941-FFF3E03D5396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62D8C0B-F931-385E-61C9-0E7226053F0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07E96BDD-FAA3-3ABD-453F-3A62D97801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B086C0A-2B9C-7A1D-5F77-AF7402CC1F84}"/>
              </a:ext>
            </a:extLst>
          </p:cNvPr>
          <p:cNvCxnSpPr>
            <a:cxnSpLocks/>
          </p:cNvCxnSpPr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469466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C84410D4-C581-C48F-5E1D-E93DA884342F}"/>
              </a:ext>
            </a:extLst>
          </p:cNvPr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F8F2B01-BAAD-F03E-72D9-CC472F3A5DE5}"/>
              </a:ext>
            </a:extLst>
          </p:cNvPr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AE9B9-D0DC-50F5-FE7E-BCF950A9B60C}"/>
              </a:ext>
            </a:extLst>
          </p:cNvPr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4D63E47-B71F-605F-2462-F6F2ED4F1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3B19A28-AC79-CF20-C703-D6B27C01698A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9E554EC-D104-642A-5E42-E4CFB24352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E23A16-5291-F71A-D460-81EE611EA8B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C9B8CAF0-3749-D1CF-0FDA-20F4B5EE986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89810769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C28AA25-2696-95B5-3DD1-1DDCE335B96E}"/>
              </a:ext>
            </a:extLst>
          </p:cNvPr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E6450F3-50BF-885C-FD60-BACC77C3F1E0}"/>
              </a:ext>
            </a:extLst>
          </p:cNvPr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D53C05B-A90A-250E-CBC3-E741A87656D9}"/>
              </a:ext>
            </a:extLst>
          </p:cNvPr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0B1BC43-B272-D419-E8BB-6EFDB7CB6DE6}"/>
              </a:ext>
            </a:extLst>
          </p:cNvPr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9E9B18E3-016A-6508-4AB9-C1B35F40CE8C}"/>
              </a:ext>
            </a:extLst>
          </p:cNvPr>
          <p:cNvCxnSpPr>
            <a:cxnSpLocks/>
          </p:cNvCxnSpPr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C44A4757-EA69-EF77-262C-A183AC218312}"/>
              </a:ext>
            </a:extLst>
          </p:cNvPr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3AD86-30C4-61DF-3300-53A4A4BB6D4D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0ED380-F3FA-F88A-4719-014588A2E1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8F7C8-EA2A-EA2C-5113-86B95AACB17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33965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CB42C01-B12A-AF17-D0E9-403E14D1D1A7}"/>
              </a:ext>
            </a:extLst>
          </p:cNvPr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4AA29D-41E7-06F1-DA88-95401F827C71}"/>
              </a:ext>
            </a:extLst>
          </p:cNvPr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C4CAAF-9048-5116-D3C8-15E595C3BC2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3B715D2-E75C-A2E6-CE7A-70CE2EFA5E8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BF8E49B-DD4C-66AF-8D2C-52110DB227F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385508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BE2343-B677-7565-070B-CEED0B0D546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8C8E1E-13A9-668C-1F5C-BC271E6A05CF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94BC881-6669-50F2-64F2-57BD81A93BC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F93A3E8A-C3F5-3D0B-FDE4-68B52DFE719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A942C55-3382-C50D-76EB-793EA21DA34F}"/>
              </a:ext>
            </a:extLst>
          </p:cNvPr>
          <p:cNvCxnSpPr>
            <a:cxnSpLocks/>
          </p:cNvCxnSpPr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86512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6192296-0A21-2685-A792-B2723855E5B3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4774655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0E9D96-CB28-0F2C-BBB9-CE51B3EEBF53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F8A45037-DD9A-9287-B37A-49CD4CC3CAF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62B38A-33A6-F8AC-C9B9-FA400D29071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F5CC625-CD4F-F9C5-5E5D-05B78AE7CEE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B1B358-15B5-2BEF-0B1B-0BC9F05FFA1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E9AF0A0-5001-F380-4488-B02AB3C79B31}"/>
              </a:ext>
            </a:extLst>
          </p:cNvPr>
          <p:cNvCxnSpPr>
            <a:cxnSpLocks/>
          </p:cNvCxnSpPr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3ED0235B-B98B-7313-28E9-8E643CDFF4A6}"/>
              </a:ext>
            </a:extLst>
          </p:cNvPr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86423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C17E7B2-E2F9-D41D-D140-E89E0C3F5B9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240468726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72B0-B493-B608-E389-35329DEF2016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BFB2EA8-AADE-E8CD-890F-EA9F9968B253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854D38F-A697-A216-CCCB-0C1A9DCBD2F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5A7BF66-FFF1-E318-9AFE-331E011D59C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750207-6F0E-41F2-98B5-15BCAB2BF9AD}"/>
              </a:ext>
            </a:extLst>
          </p:cNvPr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1E79A5-CC18-0B38-C9F4-CA5690475280}"/>
              </a:ext>
            </a:extLst>
          </p:cNvPr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80496BC-B679-515B-9928-2CC91AD7A8A2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917102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907AE70-2FE3-1872-0811-BC089F612855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497486-A221-C6D1-050D-0B3DB326465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93EE6EB-FF56-B8A3-1408-5C43C49B256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2866F3-0262-FC88-23E2-359D75EA8A7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C640749-9485-B575-4B2A-075EAA112D08}"/>
              </a:ext>
            </a:extLst>
          </p:cNvPr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5E19E54-3987-D72A-629F-B4FB61FCC4E9}"/>
              </a:ext>
            </a:extLst>
          </p:cNvPr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34DF899-11E5-3A31-4C5A-75E63BA26BC6}"/>
              </a:ext>
            </a:extLst>
          </p:cNvPr>
          <p:cNvCxnSpPr>
            <a:cxnSpLocks/>
          </p:cNvCxnSpPr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74404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DA51E54-3166-19CA-EB55-5DFFB9426CA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9AA293A1-7F80-90D9-D8FF-27238ADD7956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3BD91724-58CE-FA68-1E24-9CD57621C129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3B9AC797-2D9B-C7AC-550D-157FEDA380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BDDCA5B-BBAB-ABCD-27B8-D3CD17FD04BC}"/>
              </a:ext>
            </a:extLst>
          </p:cNvPr>
          <p:cNvCxnSpPr>
            <a:cxnSpLocks/>
          </p:cNvCxnSpPr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201298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606EA5C-4A14-95D3-20DF-1EEB607C889B}"/>
              </a:ext>
            </a:extLst>
          </p:cNvPr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5652D2-BF56-96CE-426B-26972C38434D}"/>
              </a:ext>
            </a:extLst>
          </p:cNvPr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CA30D42-B5FE-EAD1-8419-4AD002C32B1F}"/>
              </a:ext>
            </a:extLst>
          </p:cNvPr>
          <p:cNvCxnSpPr>
            <a:cxnSpLocks/>
          </p:cNvCxnSpPr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667515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02332-ECCE-37C9-0CA1-1743D107C8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A8E192A-D6F1-1585-7133-0041C85402E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437B541-595D-1700-6A76-9AF7590B18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F24C464-705C-DC78-DD20-9EFEB717ED2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9696452"/>
      </p:ext>
    </p:extLst>
  </p:cSld>
  <p:clrMapOvr>
    <a:masterClrMapping/>
  </p:clrMapOvr>
  <p:hf sldNum="0"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6BF28860-8FEF-73E6-FEDF-176AC5D70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6ADE8C0-7863-A0F4-9EFB-60B2F8DD221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0381-0150-ABDF-3C66-3E77DA79EEC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AD7FDD-1157-5BB4-4A9F-3F35CE7FF47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B446035-33B1-F0D9-18B1-58E177267E3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F77A56B-CD68-22F4-F473-A2063E81D70D}"/>
              </a:ext>
            </a:extLst>
          </p:cNvPr>
          <p:cNvCxnSpPr>
            <a:cxnSpLocks/>
          </p:cNvCxnSpPr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2068483"/>
      </p:ext>
    </p:extLst>
  </p:cSld>
  <p:clrMapOvr>
    <a:masterClrMapping/>
  </p:clrMapOvr>
  <p:hf sldNum="0"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0BED7B15-76E6-E98E-A0BB-6188FC145CDD}"/>
              </a:ext>
            </a:extLst>
          </p:cNvPr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3602343-A974-BE4B-41E6-58237921FB4D}"/>
              </a:ext>
            </a:extLst>
          </p:cNvPr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1022E84-7D91-EFA0-CBCA-F9AC98E6181F}"/>
              </a:ext>
            </a:extLst>
          </p:cNvPr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7DA0DC0-3518-750A-3821-192C03B2D059}"/>
              </a:ext>
            </a:extLst>
          </p:cNvPr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5B402F4-533A-849C-ACAD-039056A5D174}"/>
              </a:ext>
            </a:extLst>
          </p:cNvPr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9E12D21-0607-5120-F81C-6E1DA0652CF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E9E314-CB58-F3CE-7C32-D6103621A2D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A1B35F-4D88-6EA9-8D55-4133CD961A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8124DA4-1249-371C-65BA-0AAC0239D4C1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19122598"/>
      </p:ext>
    </p:extLst>
  </p:cSld>
  <p:clrMapOvr>
    <a:masterClrMapping/>
  </p:clrMapOvr>
  <p:hf sldNum="0"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5008CFE4-4AC8-17F9-C6E2-22D96CF8106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B774BFB-EECC-C995-E701-4CCEB032FC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E260E-763F-A06B-2808-39975829F205}"/>
              </a:ext>
            </a:extLst>
          </p:cNvPr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E82642F-D94D-7313-EB9D-48E3CBEDD19C}"/>
              </a:ext>
            </a:extLst>
          </p:cNvPr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5FAB025-061F-4B04-451A-37E42755863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D1ECC83-D6FA-D54B-81F2-EE93577E016F}"/>
              </a:ext>
            </a:extLst>
          </p:cNvPr>
          <p:cNvCxnSpPr>
            <a:cxnSpLocks/>
          </p:cNvCxnSpPr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762979"/>
      </p:ext>
    </p:extLst>
  </p:cSld>
  <p:clrMapOvr>
    <a:masterClrMapping/>
  </p:clrMapOvr>
  <p:hf sldNum="0"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52CF0D-DCF6-2401-8AD6-ED12BCF0D0F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F5585-231E-4B46-143C-086AE5C56D2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CE8D9E-59BD-DBC5-F43C-8A6A21AE2F1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ABA73FC-7BD1-70E0-E0BB-062C0B9E495C}"/>
              </a:ext>
            </a:extLst>
          </p:cNvPr>
          <p:cNvCxnSpPr>
            <a:cxnSpLocks/>
          </p:cNvCxnSpPr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>
            <a:extLst>
              <a:ext uri="{FF2B5EF4-FFF2-40B4-BE49-F238E27FC236}">
                <a16:creationId xmlns:a16="http://schemas.microsoft.com/office/drawing/2014/main" id="{DE12F779-E4E9-1000-6D97-63D7AD0CD426}"/>
              </a:ext>
            </a:extLst>
          </p:cNvPr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11177CF-A7A2-912C-416D-E7E03D2C5291}"/>
              </a:ext>
            </a:extLst>
          </p:cNvPr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273622"/>
      </p:ext>
    </p:extLst>
  </p:cSld>
  <p:clrMapOvr>
    <a:masterClrMapping/>
  </p:clrMapOvr>
  <p:hf sldNum="0"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3CA1D0-5ABF-E529-5411-F834222E48FC}"/>
              </a:ext>
            </a:extLst>
          </p:cNvPr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0F5D87-BF9C-3DAE-D977-87A4FA7749F4}"/>
              </a:ext>
            </a:extLst>
          </p:cNvPr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AECC89-C65D-CAD6-3F7F-24F67D81DCF1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664FAF8-D2CD-617D-EEE4-AFE7E979984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DB779D-8A81-935C-F850-6C0DCAD5E6D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872409"/>
      </p:ext>
    </p:extLst>
  </p:cSld>
  <p:clrMapOvr>
    <a:masterClrMapping/>
  </p:clrMapOvr>
  <p:hf sldNum="0"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C2184DE-1D38-B3AE-D560-557B3726B54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2A082C-5D4A-4A20-87E3-9906B5F3BAF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66BE47-AC20-1061-07AD-89A41D02F48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0A35E0D-62A8-3554-9B0A-F98F410BA73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10" name="Content Placeholder 6">
            <a:extLst>
              <a:ext uri="{FF2B5EF4-FFF2-40B4-BE49-F238E27FC236}">
                <a16:creationId xmlns:a16="http://schemas.microsoft.com/office/drawing/2014/main" id="{59B3B287-1823-BE94-2755-A041E87636A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AFB33C1-66E4-5420-EAC7-ECB72519298E}"/>
              </a:ext>
            </a:extLst>
          </p:cNvPr>
          <p:cNvCxnSpPr>
            <a:cxnSpLocks/>
          </p:cNvCxnSpPr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3326118"/>
      </p:ext>
    </p:extLst>
  </p:cSld>
  <p:clrMapOvr>
    <a:masterClrMapping/>
  </p:clrMapOvr>
  <p:hf sldNum="0"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06AE5CFF-8C53-04B8-D45D-5572C54FE40F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705EA491-E08A-48B5-7211-33514A94530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259980DF-BFB1-0E16-FE9E-D2D30ED180E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EA97154-58A7-DD75-CD73-93F442F3412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6">
            <a:extLst>
              <a:ext uri="{FF2B5EF4-FFF2-40B4-BE49-F238E27FC236}">
                <a16:creationId xmlns:a16="http://schemas.microsoft.com/office/drawing/2014/main" id="{13701989-F794-F145-FEEE-631718E4D69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A3BB3E04-BBB2-1EB1-AF01-EFE05E00427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692CF81-A7A7-1362-125E-EEC5C8BD16E7}"/>
              </a:ext>
            </a:extLst>
          </p:cNvPr>
          <p:cNvCxnSpPr>
            <a:cxnSpLocks/>
          </p:cNvCxnSpPr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11E71789-6ED9-AA74-B78C-05CAF80B5536}"/>
              </a:ext>
            </a:extLst>
          </p:cNvPr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46596"/>
      </p:ext>
    </p:extLst>
  </p:cSld>
  <p:clrMapOvr>
    <a:masterClrMapping/>
  </p:clrMapOvr>
  <p:hf sldNum="0"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s-MX"/>
              <a:t>Haz clic para modificar el estilo de título del patrón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742159513"/>
      </p:ext>
    </p:extLst>
  </p:cSld>
  <p:clrMapOvr>
    <a:masterClrMapping/>
  </p:clrMapOvr>
  <p:hf sldNum="0"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75623686"/>
      </p:ext>
    </p:extLst>
  </p:cSld>
  <p:clrMapOvr>
    <a:masterClrMapping/>
  </p:clrMapOvr>
  <p:hf sldNum="0"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8212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1CFD394F-1B42-491F-A794-8DA09A90F408}" type="datetimeFigureOut">
              <a:rPr lang="es-AR" smtClean="0"/>
              <a:t>9/9/2026</a:t>
            </a:fld>
            <a:endParaRPr lang="es-A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6F1C7148-1B2C-4012-893C-196AE68307B0}" type="slidenum">
              <a:rPr lang="es-AR" smtClean="0"/>
              <a:t>‹Nº›</a:t>
            </a:fld>
            <a:endParaRPr lang="es-A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3E5EF3F-856F-01A0-B658-94EAB13FC060}"/>
              </a:ext>
            </a:extLst>
          </p:cNvPr>
          <p:cNvCxnSpPr>
            <a:cxnSpLocks/>
          </p:cNvCxnSpPr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9517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890" r:id="rId18"/>
    <p:sldLayoutId id="2147483891" r:id="rId19"/>
    <p:sldLayoutId id="2147483892" r:id="rId20"/>
    <p:sldLayoutId id="2147483893" r:id="rId21"/>
    <p:sldLayoutId id="2147483894" r:id="rId22"/>
    <p:sldLayoutId id="2147483895" r:id="rId23"/>
    <p:sldLayoutId id="2147483896" r:id="rId24"/>
    <p:sldLayoutId id="2147483897" r:id="rId25"/>
    <p:sldLayoutId id="2147483898" r:id="rId26"/>
    <p:sldLayoutId id="2147483899" r:id="rId27"/>
    <p:sldLayoutId id="2147483900" r:id="rId28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1" pos="168">
          <p15:clr>
            <a:srgbClr val="F26B43"/>
          </p15:clr>
        </p15:guide>
        <p15:guide id="22" orient="horz" pos="2160">
          <p15:clr>
            <a:srgbClr val="F26B43"/>
          </p15:clr>
        </p15:guide>
        <p15:guide id="23" pos="4800">
          <p15:clr>
            <a:srgbClr val="F26B43"/>
          </p15:clr>
        </p15:guide>
        <p15:guide id="24" orient="horz" pos="480">
          <p15:clr>
            <a:srgbClr val="F26B43"/>
          </p15:clr>
        </p15:guide>
        <p15:guide id="25" orient="horz" pos="864">
          <p15:clr>
            <a:srgbClr val="F26B43"/>
          </p15:clr>
        </p15:guide>
        <p15:guide id="26" pos="7392">
          <p15:clr>
            <a:srgbClr val="F26B43"/>
          </p15:clr>
        </p15:guide>
        <p15:guide id="27" orient="horz" pos="3840">
          <p15:clr>
            <a:srgbClr val="F26B43"/>
          </p15:clr>
        </p15:guide>
        <p15:guide id="28" pos="240">
          <p15:clr>
            <a:srgbClr val="F26B43"/>
          </p15:clr>
        </p15:guide>
        <p15:guide id="29" pos="74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5"/>
          <p:cNvSpPr/>
          <p:nvPr/>
        </p:nvSpPr>
        <p:spPr>
          <a:xfrm>
            <a:off x="5532120" y="830424"/>
            <a:ext cx="6504370" cy="6027576"/>
          </a:xfrm>
          <a:prstGeom prst="roundRect">
            <a:avLst>
              <a:gd name="adj" fmla="val 4458"/>
            </a:avLst>
          </a:prstGeom>
          <a:solidFill>
            <a:srgbClr val="141D27"/>
          </a:solidFill>
          <a:ln w="12700">
            <a:solidFill>
              <a:srgbClr val="24313F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ext 6"/>
          <p:cNvSpPr txBox="1"/>
          <p:nvPr/>
        </p:nvSpPr>
        <p:spPr>
          <a:xfrm>
            <a:off x="5889158" y="994311"/>
            <a:ext cx="6037208" cy="57610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s-AR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34" charset="0"/>
              </a:rPr>
              <a:t>class Cuenta: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AR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34" charset="0"/>
              </a:rPr>
              <a:t>    def __init__(self, titular):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AR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34" charset="0"/>
              </a:rPr>
              <a:t>        self._titular = titular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AR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34" charset="0"/>
              </a:rPr>
              <a:t>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AR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34" charset="0"/>
              </a:rPr>
              <a:t>class CajaAhorro(Cuenta):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AR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34" charset="0"/>
              </a:rPr>
              <a:t>    def __init__(self, titular, tasa):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AR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34" charset="0"/>
              </a:rPr>
              <a:t>        super().__init__(titular)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s-AR" sz="2000" b="1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Courier New" pitchFamily="34" charset="0"/>
              </a:rPr>
              <a:t>        self._tasa = tasa</a:t>
            </a:r>
          </a:p>
        </p:txBody>
      </p:sp>
      <p:pic>
        <p:nvPicPr>
          <p:cNvPr id="11" name="Image 1">
            <a:extLst>
              <a:ext uri="{FF2B5EF4-FFF2-40B4-BE49-F238E27FC236}">
                <a16:creationId xmlns:a16="http://schemas.microsoft.com/office/drawing/2014/main" id="{AC9A0C32-2661-6921-BD28-3C9357E0F8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1636" y="5046697"/>
            <a:ext cx="961120" cy="1708662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3F6B376F-52D8-D63F-D6C9-9A5AD92C48C3}"/>
              </a:ext>
            </a:extLst>
          </p:cNvPr>
          <p:cNvSpPr/>
          <p:nvPr/>
        </p:nvSpPr>
        <p:spPr>
          <a:xfrm>
            <a:off x="1240146" y="5535533"/>
            <a:ext cx="5424616" cy="850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3100"/>
              </a:lnSpc>
              <a:buNone/>
            </a:pPr>
            <a:r>
              <a:rPr lang="es-AR" sz="2000" b="1" dirty="0">
                <a:solidFill>
                  <a:srgbClr val="FFC000"/>
                </a:solidFill>
                <a:latin typeface="Heebo Bold" pitchFamily="34" charset="0"/>
              </a:rPr>
              <a:t>Sergio Adrián Maldonado</a:t>
            </a:r>
          </a:p>
          <a:p>
            <a:pPr marL="0" indent="0">
              <a:lnSpc>
                <a:spcPts val="3100"/>
              </a:lnSpc>
              <a:buNone/>
            </a:pPr>
            <a:r>
              <a:rPr lang="es-AR" sz="2000" b="1" dirty="0">
                <a:solidFill>
                  <a:srgbClr val="FFC000"/>
                </a:solidFill>
                <a:latin typeface="Heebo Bold" pitchFamily="34" charset="0"/>
              </a:rPr>
              <a:t>Programación 2 · Unidad 11</a:t>
            </a:r>
          </a:p>
          <a:p>
            <a:pPr marL="0" indent="0">
              <a:lnSpc>
                <a:spcPts val="3100"/>
              </a:lnSpc>
              <a:buNone/>
            </a:pPr>
            <a:r>
              <a:rPr lang="es-AR" sz="2000" b="1" dirty="0">
                <a:solidFill>
                  <a:srgbClr val="FFC000"/>
                </a:solidFill>
                <a:latin typeface="Heebo Bold" pitchFamily="34" charset="0"/>
              </a:rPr>
              <a:t>Tecnicatura Universitaria · UTN FRLP</a:t>
            </a:r>
          </a:p>
        </p:txBody>
      </p:sp>
      <p:sp>
        <p:nvSpPr>
          <p:cNvPr id="2" name="Text 0"/>
          <p:cNvSpPr txBox="1"/>
          <p:nvPr/>
        </p:nvSpPr>
        <p:spPr>
          <a:xfrm>
            <a:off x="731519" y="1691640"/>
            <a:ext cx="6096000" cy="15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>
              <a:lnSpc>
                <a:spcPct val="95000"/>
              </a:lnSpc>
              <a:buNone/>
            </a:pPr>
            <a:r>
              <a:rPr lang="es-AR" sz="5400" b="1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Display" pitchFamily="34" charset="0"/>
              </a:rPr>
              <a:t>Herencia y</a:t>
            </a:r>
          </a:p>
          <a:p>
            <a:pPr marL="0" indent="0">
              <a:lnSpc>
                <a:spcPct val="95000"/>
              </a:lnSpc>
              <a:buNone/>
            </a:pPr>
            <a:r>
              <a:rPr lang="es-AR" sz="5400" b="1" dirty="0">
                <a:solidFill>
                  <a:srgbClr val="FFFFFF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 Display" pitchFamily="34" charset="0"/>
              </a:rPr>
              <a:t>Polimorfismo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717379" y="3428999"/>
            <a:ext cx="5061655" cy="76044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AR" sz="2200" b="1" dirty="0">
                <a:solidFill>
                  <a:srgbClr val="FFFF00"/>
                </a:solidFill>
                <a:effectLst>
                  <a:innerShdw blurRad="114300">
                    <a:prstClr val="black"/>
                  </a:innerShdw>
                </a:effectLst>
                <a:latin typeface="Aptos" pitchFamily="34" charset="0"/>
              </a:rPr>
              <a:t>herencia · super() · sobrescritura · polimorfismo · duck typing</a:t>
            </a:r>
          </a:p>
        </p:txBody>
      </p:sp>
    </p:spTree>
    <p:extLst>
      <p:ext uri="{BB962C8B-B14F-4D97-AF65-F5344CB8AC3E}">
        <p14:creationId xmlns:p14="http://schemas.microsoft.com/office/powerpoint/2010/main" val="3442624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AE8192-EC13-17C4-6E45-1AF37819D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3400" b="1" dirty="0">
                <a:solidFill>
                  <a:srgbClr val="FFFFFF"/>
                </a:solidFill>
              </a:rPr>
              <a:t>El problema de las cuentas duplicadas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6DD5D0-90B7-7625-C530-8F3FAE46E78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1900" dirty="0">
                <a:solidFill>
                  <a:srgbClr val="FFFFFF"/>
                </a:solidFill>
              </a:rPr>
              <a:t>Un banco real tiene varios tipos de cuenta: ahorro, corriente, sueldo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1900" dirty="0">
                <a:solidFill>
                  <a:srgbClr val="FFFFFF"/>
                </a:solidFill>
              </a:rPr>
              <a:t>Todas comparten titular, saldo, depósito y extracción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1900" dirty="0">
                <a:solidFill>
                  <a:srgbClr val="FFFFFF"/>
                </a:solidFill>
              </a:rPr>
              <a:t>Copiarlas en tres clases separadas duplica </a:t>
            </a:r>
            <a:r>
              <a:rPr lang="es-AR" sz="1900" b="1" dirty="0">
                <a:solidFill>
                  <a:srgbClr val="4970FF"/>
                </a:solidFill>
              </a:rPr>
              <a:t>todo</a:t>
            </a:r>
            <a:r>
              <a:rPr lang="es-AR" sz="1900" dirty="0">
                <a:solidFill>
                  <a:srgbClr val="FFFFFF"/>
                </a:solidFill>
              </a:rPr>
              <a:t> el código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1900" dirty="0">
                <a:solidFill>
                  <a:srgbClr val="FFFFFF"/>
                </a:solidFill>
              </a:rPr>
              <a:t>Un cambio (ej. formato del número de cuenta) obliga a tocar las tres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1900" dirty="0">
                <a:solidFill>
                  <a:srgbClr val="FFFFFF"/>
                </a:solidFill>
              </a:rPr>
              <a:t>La </a:t>
            </a:r>
            <a:r>
              <a:rPr lang="es-AR" sz="1900" b="1" dirty="0">
                <a:solidFill>
                  <a:srgbClr val="4970FF"/>
                </a:solidFill>
              </a:rPr>
              <a:t>herencia</a:t>
            </a:r>
            <a:r>
              <a:rPr lang="es-AR" sz="1900" dirty="0">
                <a:solidFill>
                  <a:srgbClr val="FFFFFF"/>
                </a:solidFill>
              </a:rPr>
              <a:t> resuelve esto: el código común vive una sola vez, en el padre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AACBFB7-15DA-7852-76C6-F92F5E66A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3390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1B4AA4-D055-D914-6F67-1750EE0E1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s-AR" b="1"/>
              <a:t>Agenda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15EB92E6-6541-33A4-BCB8-6A91FD8A69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961578"/>
            <a:ext cx="6959600" cy="3175062"/>
          </a:xfrm>
          <a:prstGeom prst="rect">
            <a:avLst/>
          </a:prstGeom>
          <a:noFill/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7F552CB-6704-03A4-44C1-437D11C7F00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517136" cy="3383280"/>
          </a:xfrm>
        </p:spPr>
        <p:txBody>
          <a:bodyPr>
            <a:noAutofit/>
          </a:bodyPr>
          <a:lstStyle/>
          <a:p>
            <a:pPr marL="0" indent="0">
              <a:spcBef>
                <a:spcPts val="1000"/>
              </a:spcBef>
              <a:buAutoNum type="arabicPeriod"/>
            </a:pPr>
            <a:r>
              <a:rPr lang="es-AR" sz="2000" dirty="0"/>
              <a:t>Herencia: sintaxis y vocabulario</a:t>
            </a:r>
          </a:p>
          <a:p>
            <a:pPr marL="0" indent="0">
              <a:spcBef>
                <a:spcPts val="1000"/>
              </a:spcBef>
              <a:buAutoNum type="arabicPeriod"/>
            </a:pPr>
            <a:r>
              <a:rPr lang="es-AR" sz="2000" dirty="0"/>
              <a:t>super() e inicialización</a:t>
            </a:r>
          </a:p>
          <a:p>
            <a:pPr marL="0" indent="0">
              <a:spcBef>
                <a:spcPts val="1000"/>
              </a:spcBef>
              <a:buAutoNum type="arabicPeriod"/>
            </a:pPr>
            <a:r>
              <a:rPr lang="es-AR" sz="2000" dirty="0" err="1"/>
              <a:t>Sobrescritura</a:t>
            </a:r>
            <a:r>
              <a:rPr lang="es-AR" sz="2000" dirty="0"/>
              <a:t> de métodos</a:t>
            </a:r>
          </a:p>
          <a:p>
            <a:pPr marL="0" indent="0">
              <a:spcBef>
                <a:spcPts val="1000"/>
              </a:spcBef>
              <a:buAutoNum type="arabicPeriod"/>
            </a:pPr>
            <a:r>
              <a:rPr lang="es-AR" sz="2000" dirty="0"/>
              <a:t>Polimorfismo</a:t>
            </a:r>
          </a:p>
          <a:p>
            <a:pPr marL="0" indent="0">
              <a:spcBef>
                <a:spcPts val="1000"/>
              </a:spcBef>
              <a:buAutoNum type="arabicPeriod"/>
            </a:pPr>
            <a:r>
              <a:rPr lang="es-AR" sz="2000" dirty="0"/>
              <a:t>Duck </a:t>
            </a:r>
            <a:r>
              <a:rPr lang="es-AR" sz="2000" dirty="0" err="1"/>
              <a:t>typing</a:t>
            </a:r>
            <a:endParaRPr lang="es-AR" sz="2000" dirty="0"/>
          </a:p>
          <a:p>
            <a:pPr marL="0" indent="0">
              <a:spcBef>
                <a:spcPts val="1000"/>
              </a:spcBef>
              <a:buAutoNum type="arabicPeriod"/>
            </a:pPr>
            <a:r>
              <a:rPr lang="es-AR" sz="2000" dirty="0"/>
              <a:t>Casos especiales: múltiple y métodos abstractos</a:t>
            </a:r>
          </a:p>
          <a:p>
            <a:pPr marL="0" indent="0">
              <a:spcBef>
                <a:spcPts val="1000"/>
              </a:spcBef>
              <a:buAutoNum type="arabicPeriod"/>
            </a:pPr>
            <a:r>
              <a:rPr lang="es-AR" sz="2000" dirty="0"/>
              <a:t>Cierre: la jerarquía de cuentas</a:t>
            </a:r>
          </a:p>
        </p:txBody>
      </p:sp>
    </p:spTree>
    <p:extLst>
      <p:ext uri="{BB962C8B-B14F-4D97-AF65-F5344CB8AC3E}">
        <p14:creationId xmlns:p14="http://schemas.microsoft.com/office/powerpoint/2010/main" val="13183485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FCD20-0CFA-F822-9277-EE887769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3400" b="1">
                <a:solidFill>
                  <a:srgbClr val="FFFFFF"/>
                </a:solidFill>
              </a:rPr>
              <a:t>Herencia: sintaxis básica</a:t>
            </a:r>
            <a:endParaRPr lang="es-AR" sz="3400" b="1" dirty="0">
              <a:solidFill>
                <a:srgbClr val="FFFFFF"/>
              </a:solidFill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B6AACD0-7FBA-004A-723D-0C402EA46D7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 err="1">
                <a:solidFill>
                  <a:srgbClr val="FFFFFF"/>
                </a:solidFill>
              </a:rPr>
              <a:t>CuentaAhorro</a:t>
            </a:r>
            <a:r>
              <a:rPr lang="es-AR" sz="2500" dirty="0">
                <a:solidFill>
                  <a:srgbClr val="FFFFFF"/>
                </a:solidFill>
              </a:rPr>
              <a:t> ⊂ Cuenta: toda cuenta de ahorro ES una cuenta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La hija lleva entre paréntesis al padre: </a:t>
            </a:r>
            <a:r>
              <a:rPr lang="es-AR" sz="2500" dirty="0" err="1">
                <a:solidFill>
                  <a:srgbClr val="FFFFFF"/>
                </a:solidFill>
              </a:rPr>
              <a:t>class</a:t>
            </a:r>
            <a:r>
              <a:rPr lang="es-AR" sz="2500" dirty="0">
                <a:solidFill>
                  <a:srgbClr val="FFFFFF"/>
                </a:solidFill>
              </a:rPr>
              <a:t> </a:t>
            </a:r>
            <a:r>
              <a:rPr lang="es-AR" sz="2500" b="1" dirty="0">
                <a:solidFill>
                  <a:srgbClr val="4970FF"/>
                </a:solidFill>
              </a:rPr>
              <a:t>Auto(</a:t>
            </a:r>
            <a:r>
              <a:rPr lang="es-AR" sz="2500" b="1" dirty="0" err="1">
                <a:solidFill>
                  <a:srgbClr val="4970FF"/>
                </a:solidFill>
              </a:rPr>
              <a:t>Vehiculo</a:t>
            </a:r>
            <a:r>
              <a:rPr lang="es-AR" sz="2500" b="1" dirty="0">
                <a:solidFill>
                  <a:srgbClr val="4970FF"/>
                </a:solidFill>
              </a:rPr>
              <a:t>)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La hija hereda TODO: atributos y métodos, sin escribir nada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La herencia no rompe el encapsulamiento: _marca sigue siendo interno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Toda clase en Python hereda de </a:t>
            </a:r>
            <a:r>
              <a:rPr lang="es-AR" sz="2500" dirty="0" err="1">
                <a:solidFill>
                  <a:srgbClr val="FFFFFF"/>
                </a:solidFill>
              </a:rPr>
              <a:t>object</a:t>
            </a:r>
            <a:r>
              <a:rPr lang="es-AR" sz="2500" dirty="0">
                <a:solidFill>
                  <a:srgbClr val="FFFFFF"/>
                </a:solidFill>
              </a:rPr>
              <a:t>, aunque no lo escribas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8EFA6F9-8549-916E-F2B9-74F96B3C8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883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BD9AB239-B70B-BA49-1DDC-DC2F0AA0D9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8D4D473-F37D-076D-3743-905C3EA602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800" b="1" dirty="0">
                <a:solidFill>
                  <a:srgbClr val="FFFFFF"/>
                </a:solidFill>
              </a:rPr>
              <a:t>CÓDIGO - Vehículo </a:t>
            </a:r>
            <a:r>
              <a:rPr lang="es-AR" sz="2800" b="1" dirty="0">
                <a:solidFill>
                  <a:srgbClr val="FFFFFF"/>
                </a:solidFill>
                <a:sym typeface="Wingdings 3" panose="05040102010807070707" pitchFamily="18" charset="2"/>
              </a:rPr>
              <a:t></a:t>
            </a:r>
            <a:r>
              <a:rPr lang="es-AR" sz="2800" b="1" dirty="0">
                <a:solidFill>
                  <a:srgbClr val="FFFFFF"/>
                </a:solidFill>
              </a:rPr>
              <a:t> Auto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E67418B-4EA7-4EB7-BABF-D5A829BB456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8842248" cy="4389120"/>
          </a:xfrm>
          <a:solidFill>
            <a:srgbClr val="12141D"/>
          </a:solidFill>
          <a:ln w="12700">
            <a:solidFill>
              <a:srgbClr val="4970FF">
                <a:alpha val="35000"/>
              </a:srgbClr>
            </a:solidFill>
          </a:ln>
        </p:spPr>
        <p:txBody>
          <a:bodyPr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class Vehiculo: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def __init__(self, marca, velocidad_maxima):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self._marca = marca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self._velocidad_maxima = velocidad_maxima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def acelerar(self, cantidad):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print(f"Acelerando {cantidad} km/h")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class Auto(Vehiculo):     # Hereda de Vehiculo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pass</a:t>
            </a:r>
          </a:p>
        </p:txBody>
      </p:sp>
    </p:spTree>
    <p:extLst>
      <p:ext uri="{BB962C8B-B14F-4D97-AF65-F5344CB8AC3E}">
        <p14:creationId xmlns:p14="http://schemas.microsoft.com/office/powerpoint/2010/main" val="22270188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27A984-0212-80D5-7FB6-D8791B129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3400" b="1" dirty="0">
                <a:solidFill>
                  <a:srgbClr val="FFFFFF"/>
                </a:solidFill>
              </a:rPr>
              <a:t>Vocabulario y la prueba del «es un»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126884F-BF70-D042-FCF4-3A82AD4FDE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3884418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Clase </a:t>
            </a:r>
            <a:r>
              <a:rPr lang="es-AR" sz="2500" b="1" dirty="0">
                <a:solidFill>
                  <a:srgbClr val="4970FF"/>
                </a:solidFill>
              </a:rPr>
              <a:t>padre</a:t>
            </a:r>
            <a:r>
              <a:rPr lang="es-AR" sz="2500" dirty="0">
                <a:solidFill>
                  <a:srgbClr val="FFFFFF"/>
                </a:solidFill>
              </a:rPr>
              <a:t> (superclase, base): la que otra hereda (</a:t>
            </a:r>
            <a:r>
              <a:rPr lang="es-AR" sz="2500" dirty="0" err="1">
                <a:solidFill>
                  <a:srgbClr val="FFFFFF"/>
                </a:solidFill>
              </a:rPr>
              <a:t>Vehiculo</a:t>
            </a:r>
            <a:r>
              <a:rPr lang="es-AR" sz="2500" dirty="0">
                <a:solidFill>
                  <a:srgbClr val="FFFFFF"/>
                </a:solidFill>
              </a:rPr>
              <a:t>)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Clase </a:t>
            </a:r>
            <a:r>
              <a:rPr lang="es-AR" sz="2500" b="1" dirty="0">
                <a:solidFill>
                  <a:srgbClr val="4970FF"/>
                </a:solidFill>
              </a:rPr>
              <a:t>hija</a:t>
            </a:r>
            <a:r>
              <a:rPr lang="es-AR" sz="2500" dirty="0">
                <a:solidFill>
                  <a:srgbClr val="FFFFFF"/>
                </a:solidFill>
              </a:rPr>
              <a:t> (subclase, derivada): la que hereda (Auto)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¿Un Auto </a:t>
            </a:r>
            <a:r>
              <a:rPr lang="es-AR" sz="2500" b="1" dirty="0">
                <a:solidFill>
                  <a:srgbClr val="4970FF"/>
                </a:solidFill>
              </a:rPr>
              <a:t>es un</a:t>
            </a:r>
            <a:r>
              <a:rPr lang="es-AR" sz="2500" dirty="0">
                <a:solidFill>
                  <a:srgbClr val="FFFFFF"/>
                </a:solidFill>
              </a:rPr>
              <a:t> Vehiculo? Sí (herencia)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¿Un Auto </a:t>
            </a:r>
            <a:r>
              <a:rPr lang="es-AR" sz="2500" b="1" dirty="0">
                <a:solidFill>
                  <a:srgbClr val="4970FF"/>
                </a:solidFill>
              </a:rPr>
              <a:t>tiene un</a:t>
            </a:r>
            <a:r>
              <a:rPr lang="es-AR" sz="2500" dirty="0">
                <a:solidFill>
                  <a:srgbClr val="FFFFFF"/>
                </a:solidFill>
              </a:rPr>
              <a:t> Motor? No es lo mismo (composición – próxima clase)</a:t>
            </a:r>
          </a:p>
          <a:p>
            <a:pPr>
              <a:lnSpc>
                <a:spcPct val="130000"/>
              </a:lnSpc>
              <a:spcBef>
                <a:spcPts val="1200"/>
              </a:spcBef>
            </a:pPr>
            <a:endParaRPr lang="es-AR" sz="2000" dirty="0">
              <a:solidFill>
                <a:srgbClr val="FFFFFF"/>
              </a:solidFill>
            </a:endParaRPr>
          </a:p>
          <a:p>
            <a:pPr algn="ctr">
              <a:lnSpc>
                <a:spcPct val="130000"/>
              </a:lnSpc>
              <a:spcBef>
                <a:spcPts val="1200"/>
              </a:spcBef>
            </a:pPr>
            <a:r>
              <a:rPr lang="es-AR" sz="3000" dirty="0">
                <a:solidFill>
                  <a:srgbClr val="FFFFFF"/>
                </a:solidFill>
              </a:rPr>
              <a:t>Un objeto puede ser las dos cosas a la vez: Auto Y Vehiculo, como en conjuntos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713CB70D-CE90-BF19-67E3-88A5C223C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5056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F39D79-6DF1-653E-C907-847EE335D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000" b="1" dirty="0">
                <a:solidFill>
                  <a:srgbClr val="4970FF"/>
                </a:solidFill>
              </a:rPr>
              <a:t>PREGUNTATE PARA QUE NOTES LA DIFERENCIA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5D54C7D-F544-893F-0745-9126415118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3576320"/>
          </a:xfrm>
          <a:solidFill>
            <a:srgbClr val="11131A"/>
          </a:solidFill>
          <a:ln w="19050">
            <a:solidFill>
              <a:srgbClr val="4970FF"/>
            </a:solidFill>
          </a:ln>
        </p:spPr>
        <p:txBody>
          <a:bodyPr/>
          <a:lstStyle/>
          <a:p>
            <a:pPr marL="0" indent="0">
              <a:lnSpc>
                <a:spcPct val="140000"/>
              </a:lnSpc>
              <a:buNone/>
            </a:pPr>
            <a:r>
              <a:rPr lang="es-AR" sz="2600" dirty="0" err="1">
                <a:solidFill>
                  <a:srgbClr val="FFFFFF"/>
                </a:solidFill>
              </a:rPr>
              <a:t>Pensá</a:t>
            </a:r>
            <a:r>
              <a:rPr lang="es-AR" sz="2600" dirty="0">
                <a:solidFill>
                  <a:srgbClr val="FFFFFF"/>
                </a:solidFill>
              </a:rPr>
              <a:t> en </a:t>
            </a:r>
            <a:r>
              <a:rPr lang="es-AR" sz="2600" b="1" dirty="0">
                <a:solidFill>
                  <a:srgbClr val="FFFFFF"/>
                </a:solidFill>
              </a:rPr>
              <a:t>Gerente y Empleado</a:t>
            </a:r>
            <a:r>
              <a:rPr lang="es-AR" sz="2600" dirty="0">
                <a:solidFill>
                  <a:srgbClr val="FFFFFF"/>
                </a:solidFill>
              </a:rPr>
              <a:t>, y en </a:t>
            </a:r>
            <a:r>
              <a:rPr lang="es-AR" sz="2600" b="1" dirty="0">
                <a:solidFill>
                  <a:srgbClr val="FFFFFF"/>
                </a:solidFill>
              </a:rPr>
              <a:t>Gerente y su equipo</a:t>
            </a:r>
            <a:r>
              <a:rPr lang="es-AR" sz="2600" dirty="0">
                <a:solidFill>
                  <a:srgbClr val="FFFFFF"/>
                </a:solidFill>
              </a:rPr>
              <a:t> de personas.</a:t>
            </a:r>
          </a:p>
          <a:p>
            <a:pPr marL="0" indent="0" algn="ctr">
              <a:lnSpc>
                <a:spcPct val="140000"/>
              </a:lnSpc>
              <a:spcBef>
                <a:spcPts val="1600"/>
              </a:spcBef>
              <a:buNone/>
            </a:pPr>
            <a:r>
              <a:rPr lang="es-AR" sz="2600" dirty="0">
                <a:solidFill>
                  <a:srgbClr val="FFFFFF"/>
                </a:solidFill>
              </a:rPr>
              <a:t>¿Cuál relación es herencia y cuál es composición?</a:t>
            </a:r>
          </a:p>
          <a:p>
            <a:pPr marL="0" indent="0" algn="r">
              <a:lnSpc>
                <a:spcPct val="140000"/>
              </a:lnSpc>
              <a:spcBef>
                <a:spcPts val="1600"/>
              </a:spcBef>
              <a:buNone/>
            </a:pPr>
            <a:endParaRPr lang="es-AR" sz="2000" i="1" dirty="0">
              <a:solidFill>
                <a:srgbClr val="9AA3C4"/>
              </a:solidFill>
            </a:endParaRPr>
          </a:p>
          <a:p>
            <a:pPr marL="0" indent="0" algn="r">
              <a:lnSpc>
                <a:spcPct val="140000"/>
              </a:lnSpc>
              <a:spcBef>
                <a:spcPts val="1600"/>
              </a:spcBef>
              <a:buNone/>
            </a:pPr>
            <a:r>
              <a:rPr lang="es-AR" sz="2000" i="1" dirty="0">
                <a:solidFill>
                  <a:srgbClr val="9AA3C4"/>
                </a:solidFill>
              </a:rPr>
              <a:t>Tip: </a:t>
            </a:r>
            <a:r>
              <a:rPr lang="es-AR" sz="2000" i="1" dirty="0" err="1">
                <a:solidFill>
                  <a:srgbClr val="9AA3C4"/>
                </a:solidFill>
              </a:rPr>
              <a:t>Justificá</a:t>
            </a:r>
            <a:r>
              <a:rPr lang="es-AR" sz="2000" i="1" dirty="0">
                <a:solidFill>
                  <a:srgbClr val="9AA3C4"/>
                </a:solidFill>
              </a:rPr>
              <a:t> con la prueba del “es un”.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B9DBC37-33E5-9531-03F3-4C4286A75A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6565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F6B3C0-2579-02F8-9AAD-425DF4DC12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3400" b="1" dirty="0">
                <a:solidFill>
                  <a:srgbClr val="FFFFFF"/>
                </a:solidFill>
              </a:rPr>
              <a:t>Agregando comportamiento en la hija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AD3E3B6-3529-259A-B271-30AC52153299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Una hija que solo hereda sin agregar nada no aporta mucho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Lo interesante es cuando agrega </a:t>
            </a:r>
            <a:r>
              <a:rPr lang="es-AR" sz="2500" b="1" dirty="0">
                <a:solidFill>
                  <a:srgbClr val="4970FF"/>
                </a:solidFill>
              </a:rPr>
              <a:t>métodos o atributos nuevos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Ejemplo: Auto agrega </a:t>
            </a:r>
            <a:r>
              <a:rPr lang="es-AR" sz="2500" b="1" dirty="0">
                <a:solidFill>
                  <a:srgbClr val="4970FF"/>
                </a:solidFill>
              </a:rPr>
              <a:t>abrir_baul()</a:t>
            </a:r>
            <a:r>
              <a:rPr lang="es-AR" sz="2500" dirty="0">
                <a:solidFill>
                  <a:srgbClr val="FFFFFF"/>
                </a:solidFill>
              </a:rPr>
              <a:t>, que Vehiculo no tiene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La hija hace todo lo del padre </a:t>
            </a:r>
            <a:r>
              <a:rPr lang="es-AR" sz="2500" b="1" dirty="0">
                <a:solidFill>
                  <a:srgbClr val="4970FF"/>
                </a:solidFill>
              </a:rPr>
              <a:t>MÁS</a:t>
            </a:r>
            <a:r>
              <a:rPr lang="es-AR" sz="2500" dirty="0">
                <a:solidFill>
                  <a:srgbClr val="FFFFFF"/>
                </a:solidFill>
              </a:rPr>
              <a:t> cosas propias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Un Vehiculo genérico no tiene abrir_baul(): AttributeError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1534FDC-7BB0-257D-6F2A-642E6FF56B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5713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DFF698-6210-740A-2FCC-FBCC5E98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3200" b="1" dirty="0">
                <a:solidFill>
                  <a:srgbClr val="FFFFFF"/>
                </a:solidFill>
              </a:rPr>
              <a:t>super().__init__(): el idiom central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76E5DD6-743B-BFA3-C2ED-9C009B592A9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Si la hija necesita atributos propios además de los del padre…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Copiar las asignaciones del padre </a:t>
            </a:r>
            <a:r>
              <a:rPr lang="es-AR" sz="2500" b="1" dirty="0">
                <a:solidFill>
                  <a:srgbClr val="4970FF"/>
                </a:solidFill>
              </a:rPr>
              <a:t>duplica lógica</a:t>
            </a:r>
            <a:r>
              <a:rPr lang="es-AR" sz="2500" dirty="0">
                <a:solidFill>
                  <a:srgbClr val="FFFFFF"/>
                </a:solidFill>
              </a:rPr>
              <a:t>: mala idea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super().__init__(...)</a:t>
            </a:r>
            <a:r>
              <a:rPr lang="es-AR" sz="2500" b="1" dirty="0">
                <a:solidFill>
                  <a:srgbClr val="4970FF"/>
                </a:solidFill>
              </a:rPr>
              <a:t> ejecuta el __init__ que le corresponde heredar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Regla práctica: si escribís __init__ en la hija, la 1° línea es super().__init__()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super()</a:t>
            </a:r>
            <a:r>
              <a:rPr lang="es-AR" sz="2500" b="1" dirty="0">
                <a:solidFill>
                  <a:srgbClr val="4970FF"/>
                </a:solidFill>
              </a:rPr>
              <a:t> también funciona en cualquier otro método, no solo en __init__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42428D3-E0D4-9404-A0B9-86126E9DA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4756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C6CA2A-1C72-42B7-BE1C-F6A67D65A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800" b="1" dirty="0">
                <a:solidFill>
                  <a:srgbClr val="FFFFFF"/>
                </a:solidFill>
              </a:rPr>
              <a:t>CÓDIGO — super().__init__() y super().informar()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9378E1-F6B3-6A82-7E20-10A97F0C1E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825" y="2011680"/>
            <a:ext cx="12070640" cy="3866606"/>
          </a:xfrm>
          <a:solidFill>
            <a:srgbClr val="12141D"/>
          </a:solidFill>
          <a:ln w="12700">
            <a:solidFill>
              <a:srgbClr val="4970FF">
                <a:alpha val="35000"/>
              </a:srgbClr>
            </a:solidFill>
          </a:ln>
        </p:spPr>
        <p:txBody>
          <a:bodyPr numCol="2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class Vehiculo: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def __init__(self, marca):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self._marca = marca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</a:t>
            </a:r>
            <a:r>
              <a:rPr lang="es-AR" sz="2000" dirty="0" err="1">
                <a:solidFill>
                  <a:srgbClr val="D7DEFF"/>
                </a:solidFill>
                <a:latin typeface="Consolas" pitchFamily="34" charset="0"/>
              </a:rPr>
              <a:t>def</a:t>
            </a: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informar(self):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print(f"Marca: {self._marca}")</a:t>
            </a:r>
          </a:p>
          <a:p>
            <a:pPr marL="0" indent="0">
              <a:lnSpc>
                <a:spcPct val="120000"/>
              </a:lnSpc>
              <a:buNone/>
            </a:pPr>
            <a:endParaRPr lang="es-AR" sz="20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s-AR" sz="20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endParaRPr lang="es-AR" sz="20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 err="1">
                <a:solidFill>
                  <a:srgbClr val="D7DEFF"/>
                </a:solidFill>
                <a:latin typeface="Consolas" pitchFamily="34" charset="0"/>
              </a:rPr>
              <a:t>class</a:t>
            </a: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Auto(Vehiculo):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def __init__(self, marca, puertas):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super().__init__(marca)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self._puertas = puertas</a:t>
            </a:r>
          </a:p>
          <a:p>
            <a:pPr marL="0" indent="0">
              <a:lnSpc>
                <a:spcPct val="120000"/>
              </a:lnSpc>
              <a:buNone/>
            </a:pPr>
            <a:endParaRPr lang="es-AR" sz="20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def informar(self):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super().informar()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print(f"Puertas: {self._puertas}")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012FBDB-F24C-491C-7F41-197909B7BF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855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4C943A-B524-D40B-1CF3-316E1FB23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000" b="1" dirty="0">
                <a:solidFill>
                  <a:srgbClr val="4970FF"/>
                </a:solidFill>
              </a:rPr>
              <a:t>PREGUNTATE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0DE9137-B355-0BBD-9226-5EDBF784DE2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3390744"/>
          </a:xfrm>
          <a:solidFill>
            <a:srgbClr val="11131A"/>
          </a:solidFill>
          <a:ln w="19050">
            <a:solidFill>
              <a:srgbClr val="4970FF"/>
            </a:solidFill>
          </a:ln>
        </p:spPr>
        <p:txBody>
          <a:bodyPr/>
          <a:lstStyle/>
          <a:p>
            <a:pPr marL="0" indent="0" algn="ctr">
              <a:lnSpc>
                <a:spcPct val="140000"/>
              </a:lnSpc>
              <a:buNone/>
            </a:pPr>
            <a:r>
              <a:rPr lang="es-AR" sz="2600" dirty="0">
                <a:solidFill>
                  <a:srgbClr val="FFFFFF"/>
                </a:solidFill>
              </a:rPr>
              <a:t>Si </a:t>
            </a:r>
            <a:r>
              <a:rPr lang="es-AR" sz="2600" b="1" dirty="0">
                <a:solidFill>
                  <a:srgbClr val="FFFFFF"/>
                </a:solidFill>
              </a:rPr>
              <a:t>Auto.__init__</a:t>
            </a:r>
            <a:r>
              <a:rPr lang="es-AR" sz="2600" dirty="0">
                <a:solidFill>
                  <a:srgbClr val="FFFFFF"/>
                </a:solidFill>
              </a:rPr>
              <a:t> no llama a </a:t>
            </a:r>
            <a:r>
              <a:rPr lang="es-AR" sz="2600" b="1" dirty="0">
                <a:solidFill>
                  <a:srgbClr val="FFFFFF"/>
                </a:solidFill>
              </a:rPr>
              <a:t>super().__init__()</a:t>
            </a:r>
            <a:r>
              <a:rPr lang="es-AR" sz="2600" dirty="0">
                <a:solidFill>
                  <a:srgbClr val="FFFFFF"/>
                </a:solidFill>
              </a:rPr>
              <a:t>:</a:t>
            </a:r>
          </a:p>
          <a:p>
            <a:pPr marL="0" indent="0" algn="ctr">
              <a:lnSpc>
                <a:spcPct val="140000"/>
              </a:lnSpc>
              <a:spcBef>
                <a:spcPts val="1600"/>
              </a:spcBef>
              <a:buNone/>
            </a:pPr>
            <a:r>
              <a:rPr lang="es-AR" sz="2600" dirty="0">
                <a:solidFill>
                  <a:srgbClr val="FFFFFF"/>
                </a:solidFill>
              </a:rPr>
              <a:t>¿qué pasa al crear el objeto? ¿y al llamar auto.informar()?</a:t>
            </a:r>
          </a:p>
          <a:p>
            <a:pPr marL="0" indent="0" algn="r">
              <a:lnSpc>
                <a:spcPct val="140000"/>
              </a:lnSpc>
              <a:spcBef>
                <a:spcPts val="1600"/>
              </a:spcBef>
              <a:buNone/>
            </a:pPr>
            <a:r>
              <a:rPr lang="es-AR" sz="2000" i="1" dirty="0">
                <a:solidFill>
                  <a:srgbClr val="9AA3C4"/>
                </a:solidFill>
              </a:rPr>
              <a:t>¿Por qué el error aparece «lejos» de la causa?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54AAD52F-7D88-6A4F-3A3B-402F31DE37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37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8D8CE0-4A73-A63E-7FC9-9AFE34514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3200" b="1" dirty="0">
                <a:solidFill>
                  <a:srgbClr val="FFFFFF"/>
                </a:solidFill>
              </a:rPr>
              <a:t>Sobrescritura de métodos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CF6BC8-C883-6988-757A-18B5E47C24C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La hija puede </a:t>
            </a:r>
            <a:r>
              <a:rPr lang="es-AR" sz="2500" b="1" dirty="0">
                <a:solidFill>
                  <a:srgbClr val="4970FF"/>
                </a:solidFill>
              </a:rPr>
              <a:t>reemplazar</a:t>
            </a:r>
            <a:r>
              <a:rPr lang="es-AR" sz="2500" dirty="0">
                <a:solidFill>
                  <a:srgbClr val="FFFFFF"/>
                </a:solidFill>
              </a:rPr>
              <a:t> completamente un método del padre: sobrescribir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Ejemplo: </a:t>
            </a:r>
            <a:r>
              <a:rPr lang="es-AR" sz="2500" b="1" dirty="0">
                <a:solidFill>
                  <a:srgbClr val="4970FF"/>
                </a:solidFill>
              </a:rPr>
              <a:t>EmpleadoContratado.calcular_sueldo()</a:t>
            </a:r>
            <a:r>
              <a:rPr lang="es-AR" sz="2500" dirty="0">
                <a:solidFill>
                  <a:srgbClr val="FFFFFF"/>
                </a:solidFill>
              </a:rPr>
              <a:t> reemplaza el del padre, sin usar super()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Otras veces conviene mantener parte de lo que hacía el padre y </a:t>
            </a:r>
            <a:r>
              <a:rPr lang="es-AR" sz="2500" b="1" dirty="0">
                <a:solidFill>
                  <a:srgbClr val="4970FF"/>
                </a:solidFill>
              </a:rPr>
              <a:t>agregarle algo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Ahí sí usás </a:t>
            </a:r>
            <a:r>
              <a:rPr lang="es-AR" sz="2500" b="1" dirty="0">
                <a:solidFill>
                  <a:srgbClr val="4970FF"/>
                </a:solidFill>
              </a:rPr>
              <a:t>super().método()</a:t>
            </a:r>
            <a:r>
              <a:rPr lang="es-AR" sz="2500" dirty="0">
                <a:solidFill>
                  <a:srgbClr val="FFFFFF"/>
                </a:solidFill>
              </a:rPr>
              <a:t> dentro de la sobrescritura, como con __str__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Mismo nombre, misma operación conceptual, </a:t>
            </a:r>
            <a:r>
              <a:rPr lang="es-AR" sz="2500" b="1" dirty="0">
                <a:solidFill>
                  <a:srgbClr val="4970FF"/>
                </a:solidFill>
              </a:rPr>
              <a:t>implementación distinta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ACA6CD69-3D69-9AE9-CCFB-174ADFFC7B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209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567EEF4-AE6D-6245-934E-8DE8922D7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800" b="1" dirty="0">
                <a:solidFill>
                  <a:srgbClr val="FFFFFF"/>
                </a:solidFill>
              </a:rPr>
              <a:t>CÓDIGO — calcular_sueldo() sobrescrito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988B32-1114-613F-5C25-21CBB9A7C9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" y="2011680"/>
            <a:ext cx="12192000" cy="3677920"/>
          </a:xfrm>
          <a:solidFill>
            <a:srgbClr val="12141D"/>
          </a:solidFill>
          <a:ln w="12700">
            <a:solidFill>
              <a:srgbClr val="4970FF">
                <a:alpha val="35000"/>
              </a:srgbClr>
            </a:solidFill>
          </a:ln>
        </p:spPr>
        <p:txBody>
          <a:bodyPr numCol="2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class Empleado: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    def __init__(self, nombre, sueldo_mensual):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        self._nombre = nombre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        self._sueldo_mensual = sueldo_mensual</a:t>
            </a:r>
          </a:p>
          <a:p>
            <a:pPr marL="0" indent="0">
              <a:lnSpc>
                <a:spcPct val="120000"/>
              </a:lnSpc>
              <a:buNone/>
            </a:pPr>
            <a:endParaRPr lang="es-AR" sz="17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    def calcular_sueldo(self):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        return self._sueldo_mensual</a:t>
            </a:r>
          </a:p>
          <a:p>
            <a:pPr marL="0" indent="0">
              <a:lnSpc>
                <a:spcPct val="120000"/>
              </a:lnSpc>
              <a:buNone/>
            </a:pPr>
            <a:endParaRPr lang="es-AR" sz="17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AR" sz="1700" dirty="0" err="1">
                <a:solidFill>
                  <a:srgbClr val="D7DEFF"/>
                </a:solidFill>
                <a:latin typeface="Consolas" pitchFamily="34" charset="0"/>
              </a:rPr>
              <a:t>class</a:t>
            </a: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 EmpleadoContratado(Empleado):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    def __init__(self, nombre, tarifa_hora, horas):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        super().__init__(nombre, 0)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        self._tarifa_hora, self._horas = tarifa_hora, horas</a:t>
            </a:r>
          </a:p>
          <a:p>
            <a:pPr marL="0" indent="0">
              <a:lnSpc>
                <a:spcPct val="120000"/>
              </a:lnSpc>
              <a:buNone/>
            </a:pPr>
            <a:endParaRPr lang="es-AR" sz="17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    def calcular_sueldo(self):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700" dirty="0">
                <a:solidFill>
                  <a:srgbClr val="D7DEFF"/>
                </a:solidFill>
                <a:latin typeface="Consolas" pitchFamily="34" charset="0"/>
              </a:rPr>
              <a:t>        return self._tarifa_hora * self._horas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117BB8D-1609-7955-B596-A1194CBA9A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3744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8CB214-E3D4-4F9E-62C4-8481465655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3400" b="1" dirty="0">
                <a:solidFill>
                  <a:srgbClr val="FFFFFF"/>
                </a:solidFill>
              </a:rPr>
              <a:t>Polimorfismo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A89D29-D8D2-113D-D456-2551AD267B0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1900" dirty="0">
                <a:solidFill>
                  <a:srgbClr val="FFFFFF"/>
                </a:solidFill>
              </a:rPr>
              <a:t>Poder tratar objetos de distintos tipos </a:t>
            </a:r>
            <a:r>
              <a:rPr lang="es-AR" sz="1900" b="1" dirty="0">
                <a:solidFill>
                  <a:srgbClr val="4970FF"/>
                </a:solidFill>
              </a:rPr>
              <a:t>de manera uniforme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1900" dirty="0">
                <a:solidFill>
                  <a:srgbClr val="FFFFFF"/>
                </a:solidFill>
              </a:rPr>
              <a:t>Del griego </a:t>
            </a:r>
            <a:r>
              <a:rPr lang="es-AR" sz="1900" b="1" dirty="0">
                <a:solidFill>
                  <a:srgbClr val="4970FF"/>
                </a:solidFill>
              </a:rPr>
              <a:t>poli</a:t>
            </a:r>
            <a:r>
              <a:rPr lang="es-AR" sz="1900" dirty="0">
                <a:solidFill>
                  <a:srgbClr val="FFFFFF"/>
                </a:solidFill>
              </a:rPr>
              <a:t> (muchos) + </a:t>
            </a:r>
            <a:r>
              <a:rPr lang="es-AR" sz="1900" b="1" dirty="0">
                <a:solidFill>
                  <a:srgbClr val="4970FF"/>
                </a:solidFill>
              </a:rPr>
              <a:t>morfos</a:t>
            </a:r>
            <a:r>
              <a:rPr lang="es-AR" sz="1900" dirty="0">
                <a:solidFill>
                  <a:srgbClr val="FFFFFF"/>
                </a:solidFill>
              </a:rPr>
              <a:t> (formas)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1900" dirty="0">
                <a:solidFill>
                  <a:srgbClr val="FFFFFF"/>
                </a:solidFill>
              </a:rPr>
              <a:t>Ejemplo: Empleado, EmpleadoMensual, EmpleadoPorHora, todos con </a:t>
            </a:r>
            <a:r>
              <a:rPr lang="es-AR" sz="1900" b="1" dirty="0">
                <a:solidFill>
                  <a:srgbClr val="4970FF"/>
                </a:solidFill>
              </a:rPr>
              <a:t>resumen()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1900" dirty="0">
                <a:solidFill>
                  <a:srgbClr val="FFFFFF"/>
                </a:solidFill>
              </a:rPr>
              <a:t>for emp in plantilla: print(emp.resumen())</a:t>
            </a:r>
            <a:r>
              <a:rPr lang="es-AR" sz="1900" b="1" dirty="0">
                <a:solidFill>
                  <a:srgbClr val="4970FF"/>
                </a:solidFill>
              </a:rPr>
              <a:t> — el código NO cambia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1900" dirty="0">
                <a:solidFill>
                  <a:srgbClr val="FFFFFF"/>
                </a:solidFill>
              </a:rPr>
              <a:t>Cada objeto responde a su manera, </a:t>
            </a:r>
            <a:r>
              <a:rPr lang="es-AR" sz="1900" b="1" dirty="0">
                <a:solidFill>
                  <a:srgbClr val="4970FF"/>
                </a:solidFill>
              </a:rPr>
              <a:t>sin preguntar de qué tipo es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C9479E-6411-9CCD-6261-475BE1FABA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18113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BA4F857-94B0-99BD-FDCB-67EFA7021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800" b="1" dirty="0">
                <a:solidFill>
                  <a:srgbClr val="FFFFFF"/>
                </a:solidFill>
              </a:rPr>
              <a:t>CÓDIGO — bucle polimórfico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AF83065-B148-732A-B466-BBF5A01C2CD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1"/>
            <a:ext cx="11402568" cy="3073504"/>
          </a:xfrm>
          <a:solidFill>
            <a:srgbClr val="12141D"/>
          </a:solidFill>
          <a:ln w="12700">
            <a:solidFill>
              <a:srgbClr val="4970FF">
                <a:alpha val="35000"/>
              </a:srgbClr>
            </a:solidFill>
          </a:ln>
        </p:spPr>
        <p:txBody>
          <a:bodyPr numCol="2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plantilla = [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EmpleadoMensual("Ana", 500000),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Empleado("Juan"),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EmpleadoPorHora("Pedro", 3000, 160),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]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</a:t>
            </a:r>
          </a:p>
          <a:p>
            <a:pPr marL="0" indent="0">
              <a:lnSpc>
                <a:spcPct val="120000"/>
              </a:lnSpc>
              <a:buNone/>
            </a:pPr>
            <a:endParaRPr lang="es-AR" sz="16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for emp in plantilla: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print(emp.resumen())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600" dirty="0">
                <a:solidFill>
                  <a:srgbClr val="7C88B8"/>
                </a:solidFill>
                <a:latin typeface="Consolas" pitchFamily="34" charset="0"/>
              </a:rPr>
              <a:t># Ana (Mensual): $500000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600" dirty="0">
                <a:solidFill>
                  <a:srgbClr val="7C88B8"/>
                </a:solidFill>
                <a:latin typeface="Consolas" pitchFamily="34" charset="0"/>
              </a:rPr>
              <a:t># Juan: sueldo genérico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1600" dirty="0">
                <a:solidFill>
                  <a:srgbClr val="7C88B8"/>
                </a:solidFill>
                <a:latin typeface="Consolas" pitchFamily="34" charset="0"/>
              </a:rPr>
              <a:t># Pedro (Por hora, 160hs): $480000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C048574-A630-4613-896E-48A603314E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976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D9E6FE6-66A6-EFEA-9599-FDC8C1C4AD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000" b="1" dirty="0">
                <a:solidFill>
                  <a:srgbClr val="4970FF"/>
                </a:solidFill>
              </a:rPr>
              <a:t>PREGUNTATE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8FC5B0-DDC9-A1FC-481C-F75EB5E44B4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2802916"/>
          </a:xfrm>
          <a:solidFill>
            <a:srgbClr val="11131A"/>
          </a:solidFill>
          <a:ln w="19050">
            <a:solidFill>
              <a:srgbClr val="4970FF"/>
            </a:solidFill>
          </a:ln>
        </p:spPr>
        <p:txBody>
          <a:bodyPr/>
          <a:lstStyle/>
          <a:p>
            <a:pPr marL="0" indent="0" algn="ctr">
              <a:lnSpc>
                <a:spcPct val="140000"/>
              </a:lnSpc>
              <a:buNone/>
            </a:pPr>
            <a:r>
              <a:rPr lang="es-AR" sz="2600" dirty="0">
                <a:solidFill>
                  <a:srgbClr val="FFFFFF"/>
                </a:solidFill>
              </a:rPr>
              <a:t>Si en vez del bucle limpio escribís un </a:t>
            </a:r>
            <a:r>
              <a:rPr lang="es-AR" sz="2600" b="1" dirty="0">
                <a:solidFill>
                  <a:srgbClr val="FFFFFF"/>
                </a:solidFill>
              </a:rPr>
              <a:t>if isinstance / elif</a:t>
            </a:r>
            <a:r>
              <a:rPr lang="es-AR" sz="2600" dirty="0">
                <a:solidFill>
                  <a:srgbClr val="FFFFFF"/>
                </a:solidFill>
              </a:rPr>
              <a:t> por cada tipo,</a:t>
            </a:r>
          </a:p>
          <a:p>
            <a:pPr marL="0" indent="0" algn="ctr">
              <a:lnSpc>
                <a:spcPct val="140000"/>
              </a:lnSpc>
              <a:spcBef>
                <a:spcPts val="1600"/>
              </a:spcBef>
              <a:buNone/>
            </a:pPr>
            <a:r>
              <a:rPr lang="es-AR" sz="2600" dirty="0">
                <a:solidFill>
                  <a:srgbClr val="FFFFFF"/>
                </a:solidFill>
              </a:rPr>
              <a:t>¿qué pasa el día que aparece un cuarto tipo de empleado?</a:t>
            </a:r>
          </a:p>
          <a:p>
            <a:pPr marL="0" indent="0" algn="r">
              <a:lnSpc>
                <a:spcPct val="140000"/>
              </a:lnSpc>
              <a:spcBef>
                <a:spcPts val="1600"/>
              </a:spcBef>
              <a:buNone/>
            </a:pPr>
            <a:r>
              <a:rPr lang="es-AR" sz="2000" i="1" dirty="0">
                <a:solidFill>
                  <a:srgbClr val="9AA3C4"/>
                </a:solidFill>
              </a:rPr>
              <a:t>¿Por qué esto es una «señal de alarma» en POO?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39A0726F-38CE-5376-DD41-99FC20499D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2632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289EB8-8A14-1BB6-36D1-5A3F12367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600" b="1" dirty="0">
                <a:solidFill>
                  <a:srgbClr val="FFFFFF"/>
                </a:solidFill>
              </a:rPr>
              <a:t>Código por tipo vs código polimórfico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8E59FD0-261D-E6F3-1BCA-B8A9011F83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1800" b="1" dirty="0">
                <a:solidFill>
                  <a:srgbClr val="FF8A5B"/>
                </a:solidFill>
              </a:rPr>
              <a:t>ANTES — señal de alarma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A9EC234-8E0A-F502-A6B9-17EA350827BC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solidFill>
            <a:srgbClr val="12141D"/>
          </a:solidFill>
          <a:ln w="12700">
            <a:solidFill>
              <a:srgbClr val="FF8A5B">
                <a:alpha val="45000"/>
              </a:srgbClr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for emp in plantilla: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if isinstance(emp, EmpleadoMensual):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    print(f"{emp._nombre} (Mensual): ...")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elif isinstance(emp, EmpleadoPorHora):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    total = emp._tarifa * emp._horas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    print(f"...Por hora...: ${total}")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else: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    print(f"{emp._nombre}: genérico")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7280614-DA34-2D23-00F2-272615CF75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1800" b="1" dirty="0">
                <a:solidFill>
                  <a:srgbClr val="4970FF"/>
                </a:solidFill>
              </a:rPr>
              <a:t>DESPUÉS — polimórfico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3ABA647-EBDE-D234-8C44-2168682DD44B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2922799"/>
          </a:xfrm>
          <a:solidFill>
            <a:srgbClr val="12141D"/>
          </a:solidFill>
          <a:ln w="12700">
            <a:solidFill>
              <a:srgbClr val="4970FF">
                <a:alpha val="45000"/>
              </a:srgbClr>
            </a:solidFill>
          </a:ln>
        </p:spPr>
        <p:txBody>
          <a:bodyPr>
            <a:normAutofit/>
          </a:bodyPr>
          <a:lstStyle/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for emp in plantilla: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   print(emp.resumen())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 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# Ana (Mensual): $500000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# Juan: sueldo genérico</a:t>
            </a:r>
          </a:p>
          <a:p>
            <a:pPr marL="0" indent="0">
              <a:lnSpc>
                <a:spcPct val="118000"/>
              </a:lnSpc>
              <a:buNone/>
            </a:pPr>
            <a:r>
              <a:rPr lang="es-AR" sz="1600" dirty="0">
                <a:solidFill>
                  <a:srgbClr val="D7DEFF"/>
                </a:solidFill>
                <a:latin typeface="Consolas" pitchFamily="34" charset="0"/>
              </a:rPr>
              <a:t># Pedro (Por hora, 160hs): $480000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9B142ED-0E41-0B65-BB52-9687CD6FE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78970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A38C08-C54F-EE13-050D-A580DE3F8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3200" b="1" dirty="0">
                <a:solidFill>
                  <a:srgbClr val="FFFFFF"/>
                </a:solidFill>
              </a:rPr>
              <a:t>Duck typing: el polimorfismo pythónico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F8AD88-19F8-6252-9387-56948C787922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3000" b="1" dirty="0">
                <a:solidFill>
                  <a:srgbClr val="FFFFFF"/>
                </a:solidFill>
              </a:rPr>
              <a:t>“</a:t>
            </a:r>
            <a:r>
              <a:rPr lang="es-AR" sz="3000" b="1" dirty="0">
                <a:solidFill>
                  <a:srgbClr val="4970FF"/>
                </a:solidFill>
              </a:rPr>
              <a:t>Si camina como pato y suena como pato, es un pato</a:t>
            </a:r>
            <a:r>
              <a:rPr lang="es-AR" sz="3000" b="1" dirty="0">
                <a:solidFill>
                  <a:srgbClr val="FFFFFF"/>
                </a:solidFill>
              </a:rPr>
              <a:t>”</a:t>
            </a:r>
            <a:endParaRPr lang="es-AR" sz="3000" dirty="0">
              <a:solidFill>
                <a:srgbClr val="FFFFFF"/>
              </a:solidFill>
            </a:endParaRP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Pato, Robot y Alarma </a:t>
            </a:r>
            <a:r>
              <a:rPr lang="es-AR" sz="2500" b="1" dirty="0">
                <a:solidFill>
                  <a:srgbClr val="4970FF"/>
                </a:solidFill>
              </a:rPr>
              <a:t>no comparten ningún padre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Si el objeto </a:t>
            </a:r>
            <a:r>
              <a:rPr lang="es-AR" sz="2500" b="1" dirty="0">
                <a:solidFill>
                  <a:srgbClr val="4970FF"/>
                </a:solidFill>
              </a:rPr>
              <a:t>tiene el método</a:t>
            </a:r>
            <a:r>
              <a:rPr lang="es-AR" sz="2500" dirty="0">
                <a:solidFill>
                  <a:srgbClr val="FFFFFF"/>
                </a:solidFill>
              </a:rPr>
              <a:t> que necesito, no importa la clase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HERENCIA: hay </a:t>
            </a:r>
            <a:r>
              <a:rPr lang="es-AR" sz="2500" b="1" dirty="0">
                <a:solidFill>
                  <a:srgbClr val="4970FF"/>
                </a:solidFill>
              </a:rPr>
              <a:t>código común real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DUCK TYPING: solo comparten </a:t>
            </a:r>
            <a:r>
              <a:rPr lang="es-AR" sz="2500" b="1" dirty="0">
                <a:solidFill>
                  <a:srgbClr val="4970FF"/>
                </a:solidFill>
              </a:rPr>
              <a:t>el nombre y la firma</a:t>
            </a:r>
            <a:r>
              <a:rPr lang="es-AR" sz="2500" dirty="0">
                <a:solidFill>
                  <a:srgbClr val="FFFFFF"/>
                </a:solidFill>
              </a:rPr>
              <a:t> del método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CD6F4D56-0478-D3D1-344F-494D7F260F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827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D2DDAE-E7F8-4340-1E9C-7599C5D3B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800" b="1" dirty="0">
                <a:solidFill>
                  <a:srgbClr val="FFFFFF"/>
                </a:solidFill>
              </a:rPr>
              <a:t>CÓDIGO — Pato, Robot, Alarma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FA22762-D1ED-5FF7-63C3-C5D149FAEAE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solidFill>
            <a:srgbClr val="12141D"/>
          </a:solidFill>
          <a:ln w="12700">
            <a:solidFill>
              <a:srgbClr val="4970FF">
                <a:alpha val="35000"/>
              </a:srgbClr>
            </a:solidFill>
          </a:ln>
        </p:spPr>
        <p:txBody>
          <a:bodyPr numCol="2">
            <a:no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s-AR" sz="2500" dirty="0">
                <a:solidFill>
                  <a:srgbClr val="D7DEFF"/>
                </a:solidFill>
                <a:latin typeface="Consolas" pitchFamily="34" charset="0"/>
              </a:rPr>
              <a:t>class Pato:</a:t>
            </a:r>
          </a:p>
          <a:p>
            <a:r>
              <a:rPr lang="es-AR" sz="2500" dirty="0">
                <a:solidFill>
                  <a:srgbClr val="D7DEFF"/>
                </a:solidFill>
                <a:latin typeface="Consolas" pitchFamily="34" charset="0"/>
              </a:rPr>
              <a:t>    </a:t>
            </a:r>
            <a:r>
              <a:rPr lang="es-AR" sz="25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</a:rPr>
              <a:t>def</a:t>
            </a:r>
            <a:r>
              <a:rPr lang="es-AR" sz="25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</a:rPr>
              <a:t> hablar(</a:t>
            </a:r>
            <a:r>
              <a:rPr lang="es-AR" sz="2500" dirty="0" err="1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</a:rPr>
              <a:t>self</a:t>
            </a:r>
            <a:r>
              <a:rPr lang="es-AR" sz="25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</a:rPr>
              <a:t>):</a:t>
            </a:r>
            <a:endParaRPr lang="es-AR" sz="25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AR" sz="2500" dirty="0">
                <a:solidFill>
                  <a:srgbClr val="D7DEFF"/>
                </a:solidFill>
                <a:latin typeface="Consolas" pitchFamily="34" charset="0"/>
              </a:rPr>
              <a:t>        return "Cuac"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500" dirty="0">
                <a:solidFill>
                  <a:srgbClr val="D7DEFF"/>
                </a:solidFill>
                <a:latin typeface="Consolas" pitchFamily="34" charset="0"/>
              </a:rPr>
              <a:t>class Robot: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500" dirty="0">
                <a:solidFill>
                  <a:srgbClr val="D7DEFF"/>
                </a:solidFill>
                <a:latin typeface="Consolas" pitchFamily="34" charset="0"/>
              </a:rPr>
              <a:t>    </a:t>
            </a:r>
            <a:r>
              <a:rPr lang="es-AR" sz="25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</a:rPr>
              <a:t>def hablar(self):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500" dirty="0">
                <a:solidFill>
                  <a:srgbClr val="D7DEFF"/>
                </a:solidFill>
                <a:latin typeface="Consolas" pitchFamily="34" charset="0"/>
              </a:rPr>
              <a:t>        return "01001000..."</a:t>
            </a:r>
          </a:p>
          <a:p>
            <a:pPr marL="0" indent="0">
              <a:lnSpc>
                <a:spcPct val="120000"/>
              </a:lnSpc>
              <a:buNone/>
            </a:pPr>
            <a:endParaRPr lang="es-AR" sz="25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AR" sz="2500" dirty="0" err="1">
                <a:solidFill>
                  <a:srgbClr val="D7DEFF"/>
                </a:solidFill>
                <a:latin typeface="Consolas" pitchFamily="34" charset="0"/>
              </a:rPr>
              <a:t>class</a:t>
            </a:r>
            <a:r>
              <a:rPr lang="es-AR" sz="2500" dirty="0">
                <a:solidFill>
                  <a:srgbClr val="D7DEFF"/>
                </a:solidFill>
                <a:latin typeface="Consolas" pitchFamily="34" charset="0"/>
              </a:rPr>
              <a:t> Alarma: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500" dirty="0">
                <a:solidFill>
                  <a:srgbClr val="D7DEFF"/>
                </a:solidFill>
                <a:latin typeface="Consolas" pitchFamily="34" charset="0"/>
              </a:rPr>
              <a:t>    </a:t>
            </a:r>
            <a:r>
              <a:rPr lang="es-AR" sz="25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</a:rPr>
              <a:t>def hablar(self):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500" dirty="0">
                <a:solidFill>
                  <a:srgbClr val="D7DEFF"/>
                </a:solidFill>
                <a:latin typeface="Consolas" pitchFamily="34" charset="0"/>
              </a:rPr>
              <a:t>        return "BEEP BEEP BEEP"</a:t>
            </a:r>
          </a:p>
          <a:p>
            <a:pPr marL="0" indent="0">
              <a:lnSpc>
                <a:spcPct val="120000"/>
              </a:lnSpc>
              <a:buNone/>
            </a:pPr>
            <a:endParaRPr lang="es-AR" sz="25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s-AR" sz="2500" dirty="0" err="1">
                <a:solidFill>
                  <a:srgbClr val="FFFF00"/>
                </a:solidFill>
                <a:latin typeface="Consolas" pitchFamily="34" charset="0"/>
              </a:rPr>
              <a:t>def</a:t>
            </a:r>
            <a:r>
              <a:rPr lang="es-AR" sz="2500" dirty="0">
                <a:solidFill>
                  <a:srgbClr val="FFFF00"/>
                </a:solidFill>
                <a:latin typeface="Consolas" pitchFamily="34" charset="0"/>
              </a:rPr>
              <a:t> hacer_hablar(cosa):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s-AR" sz="2500" dirty="0">
                <a:solidFill>
                  <a:srgbClr val="FFFF00"/>
                </a:solidFill>
                <a:latin typeface="Consolas" pitchFamily="34" charset="0"/>
              </a:rPr>
              <a:t>    print(cosa.</a:t>
            </a:r>
            <a:r>
              <a:rPr lang="es-AR" sz="25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itchFamily="34" charset="0"/>
              </a:rPr>
              <a:t>hablar()</a:t>
            </a:r>
            <a:r>
              <a:rPr lang="es-AR" sz="2500" dirty="0">
                <a:solidFill>
                  <a:srgbClr val="FFFF00"/>
                </a:solidFill>
                <a:latin typeface="Consolas" pitchFamily="34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1946789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57E38A-31C5-32E7-C8C0-E88338D0E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3000" b="1" dirty="0">
                <a:solidFill>
                  <a:srgbClr val="FFFFFF"/>
                </a:solidFill>
              </a:rPr>
              <a:t>Herencia múltiple (mención breve)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E8DE594-825E-AA7F-4FE7-5A7D8EA9D896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Python permite heredar de varias clases: </a:t>
            </a:r>
            <a:r>
              <a:rPr lang="es-AR" sz="2500" b="1" dirty="0">
                <a:solidFill>
                  <a:srgbClr val="4970FF"/>
                </a:solidFill>
              </a:rPr>
              <a:t>class Pato(Volador, Nadador)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Problema del diamante: si dos padres tienen el </a:t>
            </a:r>
            <a:r>
              <a:rPr lang="es-AR" sz="2500" b="1" dirty="0">
                <a:solidFill>
                  <a:srgbClr val="4970FF"/>
                </a:solidFill>
              </a:rPr>
              <a:t>mismo método</a:t>
            </a:r>
            <a:r>
              <a:rPr lang="es-AR" sz="2500" dirty="0">
                <a:solidFill>
                  <a:srgbClr val="FFFFFF"/>
                </a:solidFill>
              </a:rPr>
              <a:t>, ¿cuál se usa?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Python lo resuelve con el </a:t>
            </a:r>
            <a:r>
              <a:rPr lang="es-AR" sz="2500" b="1" dirty="0">
                <a:solidFill>
                  <a:srgbClr val="4970FF"/>
                </a:solidFill>
              </a:rPr>
              <a:t>MRO</a:t>
            </a:r>
            <a:r>
              <a:rPr lang="es-AR" sz="2500" dirty="0">
                <a:solidFill>
                  <a:srgbClr val="FFFFFF"/>
                </a:solidFill>
              </a:rPr>
              <a:t> (Method Resolution Order) — no profundizamos ahora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La comunidad Python la </a:t>
            </a:r>
            <a:r>
              <a:rPr lang="es-AR" sz="2500" b="1" dirty="0">
                <a:solidFill>
                  <a:srgbClr val="4970FF"/>
                </a:solidFill>
              </a:rPr>
              <a:t>evita</a:t>
            </a:r>
            <a:r>
              <a:rPr lang="es-AR" sz="2500" dirty="0">
                <a:solidFill>
                  <a:srgbClr val="FFFFFF"/>
                </a:solidFill>
              </a:rPr>
              <a:t>: mejor composición o duck typing</a:t>
            </a:r>
          </a:p>
          <a:p>
            <a:pPr marL="457200" indent="-457200">
              <a:lnSpc>
                <a:spcPct val="130000"/>
              </a:lnSpc>
              <a:spcBef>
                <a:spcPts val="1200"/>
              </a:spcBef>
              <a:buFont typeface="Arial"/>
              <a:buChar char="•"/>
            </a:pPr>
            <a:r>
              <a:rPr lang="es-AR" sz="2500" dirty="0">
                <a:solidFill>
                  <a:srgbClr val="FFFFFF"/>
                </a:solidFill>
              </a:rPr>
              <a:t>Ahora: métodos que el padre declara pero </a:t>
            </a:r>
            <a:r>
              <a:rPr lang="es-AR" sz="2500" b="1" dirty="0">
                <a:solidFill>
                  <a:srgbClr val="4970FF"/>
                </a:solidFill>
              </a:rPr>
              <a:t>no sabe implementar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7B6CC55-BCAC-041D-9892-298792F24C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98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764E9A-851F-7893-438C-8361F01D4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3000" b="1" dirty="0">
                <a:solidFill>
                  <a:srgbClr val="FFFFFF"/>
                </a:solidFill>
              </a:rPr>
              <a:t>Cierre: la jerarquía de cuentas</a:t>
            </a: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66C147A-442A-4E1A-B3FA-790A3DA48E3E}"/>
              </a:ext>
            </a:extLst>
          </p:cNvPr>
          <p:cNvSpPr/>
          <p:nvPr/>
        </p:nvSpPr>
        <p:spPr>
          <a:xfrm>
            <a:off x="3556000" y="2159000"/>
            <a:ext cx="5080000" cy="1371600"/>
          </a:xfrm>
          <a:prstGeom prst="roundRect">
            <a:avLst/>
          </a:prstGeom>
          <a:solidFill>
            <a:srgbClr val="12141D"/>
          </a:solidFill>
          <a:ln w="19050" cap="flat" cmpd="sng" algn="ctr">
            <a:solidFill>
              <a:srgbClr val="4970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0" indent="0" algn="ctr">
              <a:buNone/>
            </a:pPr>
            <a:r>
              <a:rPr lang="es-AR" sz="2000" b="1" dirty="0">
                <a:solidFill>
                  <a:srgbClr val="FFFFFF"/>
                </a:solidFill>
              </a:rPr>
              <a:t>Cuenta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s-AR" sz="2000" dirty="0">
                <a:solidFill>
                  <a:srgbClr val="9AA3C4"/>
                </a:solidFill>
                <a:latin typeface="Consolas"/>
              </a:rPr>
              <a:t>_titular, _saldo</a:t>
            </a:r>
          </a:p>
          <a:p>
            <a:pPr marL="0" indent="0" algn="ctr">
              <a:buNone/>
            </a:pPr>
            <a:r>
              <a:rPr lang="es-AR" sz="2000" dirty="0">
                <a:solidFill>
                  <a:srgbClr val="9AA3C4"/>
                </a:solidFill>
                <a:latin typeface="Consolas"/>
              </a:rPr>
              <a:t>depositar(), extraer(), puede_extraer(), resumen()</a:t>
            </a:r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9D0567D3-B6AB-4F14-BB61-C9F64B3339E2}"/>
              </a:ext>
            </a:extLst>
          </p:cNvPr>
          <p:cNvSpPr/>
          <p:nvPr/>
        </p:nvSpPr>
        <p:spPr>
          <a:xfrm>
            <a:off x="635000" y="4508500"/>
            <a:ext cx="4826000" cy="1524000"/>
          </a:xfrm>
          <a:prstGeom prst="roundRect">
            <a:avLst/>
          </a:prstGeom>
          <a:solidFill>
            <a:srgbClr val="12141D"/>
          </a:solidFill>
          <a:ln w="19050" cap="flat" cmpd="sng" algn="ctr">
            <a:solidFill>
              <a:srgbClr val="4970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0" indent="0" algn="ctr">
              <a:buNone/>
            </a:pPr>
            <a:r>
              <a:rPr lang="es-AR" sz="2000" b="1" dirty="0">
                <a:solidFill>
                  <a:srgbClr val="FFFFFF"/>
                </a:solidFill>
              </a:rPr>
              <a:t>CajaAhorro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s-AR" sz="2000" dirty="0">
                <a:solidFill>
                  <a:srgbClr val="9AA3C4"/>
                </a:solidFill>
                <a:latin typeface="Consolas"/>
              </a:rPr>
              <a:t>agrega _tasa, acreditar_intereses()</a:t>
            </a:r>
          </a:p>
          <a:p>
            <a:pPr marL="0" indent="0" algn="ctr">
              <a:buNone/>
            </a:pPr>
            <a:r>
              <a:rPr lang="es-AR" sz="2000" dirty="0">
                <a:solidFill>
                  <a:srgbClr val="9AA3C4"/>
                </a:solidFill>
                <a:latin typeface="Consolas"/>
              </a:rPr>
              <a:t>extiende resumen()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s-AR" sz="2000" i="1" dirty="0">
                <a:solidFill>
                  <a:srgbClr val="4970FF"/>
                </a:solidFill>
              </a:rPr>
              <a:t>↑ es una Cuenta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641F01D2-50C8-42DC-B506-3C11B6C06207}"/>
              </a:ext>
            </a:extLst>
          </p:cNvPr>
          <p:cNvSpPr/>
          <p:nvPr/>
        </p:nvSpPr>
        <p:spPr>
          <a:xfrm>
            <a:off x="6731000" y="4508500"/>
            <a:ext cx="4826000" cy="1524000"/>
          </a:xfrm>
          <a:prstGeom prst="roundRect">
            <a:avLst/>
          </a:prstGeom>
          <a:solidFill>
            <a:srgbClr val="12141D"/>
          </a:solidFill>
          <a:ln w="19050" cap="flat" cmpd="sng" algn="ctr">
            <a:solidFill>
              <a:srgbClr val="4970FF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rtlCol="0" anchor="t" anchorCtr="0">
            <a:noAutofit/>
          </a:bodyPr>
          <a:lstStyle/>
          <a:p>
            <a:pPr marL="0" indent="0" algn="ctr">
              <a:buNone/>
            </a:pPr>
            <a:r>
              <a:rPr lang="es-AR" sz="2000" b="1" dirty="0">
                <a:solidFill>
                  <a:srgbClr val="FFFFFF"/>
                </a:solidFill>
              </a:rPr>
              <a:t>CuentaCorriente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s-AR" sz="2000" dirty="0">
                <a:solidFill>
                  <a:srgbClr val="9AA3C4"/>
                </a:solidFill>
                <a:latin typeface="Consolas"/>
              </a:rPr>
              <a:t>agrega _descubierto</a:t>
            </a:r>
          </a:p>
          <a:p>
            <a:pPr marL="0" indent="0" algn="ctr">
              <a:buNone/>
            </a:pPr>
            <a:r>
              <a:rPr lang="es-AR" sz="2000" dirty="0">
                <a:solidFill>
                  <a:srgbClr val="9AA3C4"/>
                </a:solidFill>
                <a:latin typeface="Consolas"/>
              </a:rPr>
              <a:t>sobrescribe puede_extraer(), extiende resumen()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es-AR" sz="2000" i="1" dirty="0">
                <a:solidFill>
                  <a:srgbClr val="4970FF"/>
                </a:solidFill>
              </a:rPr>
              <a:t>↑ es una Cuenta</a:t>
            </a:r>
          </a:p>
        </p:txBody>
      </p:sp>
    </p:spTree>
    <p:extLst>
      <p:ext uri="{BB962C8B-B14F-4D97-AF65-F5344CB8AC3E}">
        <p14:creationId xmlns:p14="http://schemas.microsoft.com/office/powerpoint/2010/main" val="33230108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03E9B9-C9F4-370B-EA01-BAB50FE07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>
              <a:buNone/>
            </a:pPr>
            <a:r>
              <a:rPr lang="es-AR" sz="2600" b="1" dirty="0">
                <a:solidFill>
                  <a:srgbClr val="FFFFFF"/>
                </a:solidFill>
              </a:rPr>
              <a:t>CÓDIGO — el padre define el esqueleto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D21B7A5-8B31-0C53-1699-9F28169AE0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" y="2011679"/>
            <a:ext cx="11402568" cy="4715691"/>
          </a:xfrm>
          <a:solidFill>
            <a:srgbClr val="12141D"/>
          </a:solidFill>
          <a:ln w="12700">
            <a:solidFill>
              <a:srgbClr val="4970FF">
                <a:alpha val="35000"/>
              </a:srgbClr>
            </a:solidFill>
          </a:ln>
        </p:spPr>
        <p:txBody>
          <a:bodyPr numCol="2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class Cuenta:</a:t>
            </a:r>
          </a:p>
          <a:p>
            <a:pPr marL="0" indent="0">
              <a:lnSpc>
                <a:spcPct val="100000"/>
              </a:lnSpc>
              <a:buNone/>
            </a:pPr>
            <a:endParaRPr lang="es-AR" sz="20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def puede_extraer(self, monto):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return monto &lt;= self._saldo</a:t>
            </a:r>
          </a:p>
          <a:p>
            <a:pPr marL="0" indent="0">
              <a:lnSpc>
                <a:spcPct val="100000"/>
              </a:lnSpc>
              <a:buNone/>
            </a:pPr>
            <a:endParaRPr lang="es-AR" sz="20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def extraer(self, monto):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if not self.puede_extraer(monto):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    return False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self._saldo -= monto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return True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7C88B8"/>
                </a:solidFill>
                <a:latin typeface="Consolas" pitchFamily="34" charset="0"/>
              </a:rPr>
              <a:t># CuentaCorriente NO reescribe extraer(), solo esto: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class CuentaCorriente(Cuenta):</a:t>
            </a:r>
          </a:p>
          <a:p>
            <a:pPr marL="0" indent="0">
              <a:lnSpc>
                <a:spcPct val="100000"/>
              </a:lnSpc>
              <a:buNone/>
            </a:pPr>
            <a:endParaRPr lang="es-AR" sz="2000" dirty="0">
              <a:solidFill>
                <a:srgbClr val="D7DEFF"/>
              </a:solidFill>
              <a:latin typeface="Consolas" pitchFamily="34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def puede_extraer(self, monto):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s-AR" sz="2000" dirty="0">
                <a:solidFill>
                  <a:srgbClr val="D7DEFF"/>
                </a:solidFill>
                <a:latin typeface="Consolas" pitchFamily="34" charset="0"/>
              </a:rPr>
              <a:t>        return monto &lt;= self._saldo + self._descubierto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8FC73AB5-7BE5-B3F0-718E-22A69B2D9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83578" y="5896098"/>
            <a:ext cx="2508422" cy="96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2905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0FCE9C-7ADA-841A-6E1A-8EC3A95E6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>
            <a:normAutofit/>
          </a:bodyPr>
          <a:lstStyle/>
          <a:p>
            <a:pPr marL="0" indent="0">
              <a:buNone/>
            </a:pPr>
            <a:r>
              <a:rPr lang="es-AR" b="1"/>
              <a:t>Los cuatro pilares de POO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AA12EDA-6916-C68B-8C2C-7AAF8B282B1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>
            <a:normAutofit/>
          </a:bodyPr>
          <a:lstStyle/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s-AR" sz="2000" b="1" dirty="0"/>
              <a:t>Abstracción</a:t>
            </a:r>
            <a:r>
              <a:rPr lang="es-AR" sz="2000" dirty="0"/>
              <a:t> y </a:t>
            </a:r>
            <a:r>
              <a:rPr lang="es-AR" sz="2000" b="1" dirty="0"/>
              <a:t>encapsulamiento</a:t>
            </a:r>
            <a:r>
              <a:rPr lang="es-AR" sz="2000" dirty="0"/>
              <a:t> — ya los vimos (capítulos 9 y 10)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s-AR" sz="2000" dirty="0"/>
              <a:t>Herencia: </a:t>
            </a:r>
            <a:r>
              <a:rPr lang="es-AR" sz="2000" b="1" dirty="0"/>
              <a:t>el código común vive una vez, en el padre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s-AR" sz="2000" dirty="0"/>
              <a:t>Polimorfismo: </a:t>
            </a:r>
            <a:r>
              <a:rPr lang="es-AR" sz="2000" b="1" dirty="0"/>
              <a:t>mismo método, cada objeto responde a su manera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s-AR" sz="2000" dirty="0"/>
              <a:t>El patrón más valioso: el padre define el esqueleto, </a:t>
            </a:r>
            <a:r>
              <a:rPr lang="es-AR" sz="2000" b="1" dirty="0"/>
              <a:t>la hija cambia una pieza</a:t>
            </a:r>
          </a:p>
          <a:p>
            <a:pPr marL="457200" indent="-457200">
              <a:spcBef>
                <a:spcPts val="800"/>
              </a:spcBef>
              <a:buFont typeface="Arial"/>
              <a:buChar char="•"/>
            </a:pPr>
            <a:r>
              <a:rPr lang="es-AR" sz="2000" dirty="0"/>
              <a:t>Próximo capítulo: </a:t>
            </a:r>
            <a:r>
              <a:rPr lang="es-AR" sz="2000" b="1" dirty="0"/>
              <a:t>composición</a:t>
            </a:r>
            <a:r>
              <a:rPr lang="es-AR" sz="2000" dirty="0"/>
              <a:t>. Después: SOLID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23349AD9-0188-2668-6752-B3540AC3EB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066" r="36434" b="-1"/>
          <a:stretch>
            <a:fillRect/>
          </a:stretch>
        </p:blipFill>
        <p:spPr>
          <a:xfrm>
            <a:off x="7620000" y="10"/>
            <a:ext cx="457200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49024128"/>
      </p:ext>
    </p:extLst>
  </p:cSld>
  <p:clrMapOvr>
    <a:masterClrMapping/>
  </p:clrMapOvr>
</p:sld>
</file>

<file path=ppt/theme/theme1.xml><?xml version="1.0" encoding="utf-8"?>
<a:theme xmlns:a="http://schemas.openxmlformats.org/drawingml/2006/main" name="Degradado oscuro">
  <a:themeElements>
    <a:clrScheme name="Degradado oscuro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rk gradient" id="{E11C298A-C952-4C7C-AD82-FDE632A020A2}" vid="{C429265E-EED5-40F2-8F51-E02F8E47A731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69FC2BFC-30E2-433F-BE27-81D78DA16080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871b0aba-4d1e-4e19-8af4-51eefed821b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321</TotalTime>
  <Words>3308</Words>
  <Application>Microsoft Office PowerPoint</Application>
  <PresentationFormat>Panorámica</PresentationFormat>
  <Paragraphs>274</Paragraphs>
  <Slides>23</Slides>
  <Notes>23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23</vt:i4>
      </vt:variant>
    </vt:vector>
  </HeadingPairs>
  <TitlesOfParts>
    <vt:vector size="32" baseType="lpstr">
      <vt:lpstr>Aptos</vt:lpstr>
      <vt:lpstr>Aptos Display</vt:lpstr>
      <vt:lpstr>Arial</vt:lpstr>
      <vt:lpstr>Arial Nova Light</vt:lpstr>
      <vt:lpstr>Consolas</vt:lpstr>
      <vt:lpstr>Courier New</vt:lpstr>
      <vt:lpstr>Heebo Bold</vt:lpstr>
      <vt:lpstr>Wingdings 3</vt:lpstr>
      <vt:lpstr>Degradado oscuro</vt:lpstr>
      <vt:lpstr>Presentación de PowerPoint</vt:lpstr>
      <vt:lpstr>El problema de las cuentas duplicadas</vt:lpstr>
      <vt:lpstr>Agenda</vt:lpstr>
      <vt:lpstr>Herencia: sintaxis básica</vt:lpstr>
      <vt:lpstr>CÓDIGO - Vehículo  Auto</vt:lpstr>
      <vt:lpstr>Vocabulario y la prueba del «es un»</vt:lpstr>
      <vt:lpstr>PREGUNTATE PARA QUE NOTES LA DIFERENCIA</vt:lpstr>
      <vt:lpstr>Agregando comportamiento en la hija</vt:lpstr>
      <vt:lpstr>super().__init__(): el idiom central</vt:lpstr>
      <vt:lpstr>CÓDIGO — super().__init__() y super().informar()</vt:lpstr>
      <vt:lpstr>PREGUNTATE</vt:lpstr>
      <vt:lpstr>Sobrescritura de métodos</vt:lpstr>
      <vt:lpstr>CÓDIGO — calcular_sueldo() sobrescrito</vt:lpstr>
      <vt:lpstr>Polimorfismo</vt:lpstr>
      <vt:lpstr>CÓDIGO — bucle polimórfico</vt:lpstr>
      <vt:lpstr>PREGUNTATE</vt:lpstr>
      <vt:lpstr>Código por tipo vs código polimórfico</vt:lpstr>
      <vt:lpstr>Duck typing: el polimorfismo pythónico</vt:lpstr>
      <vt:lpstr>CÓDIGO — Pato, Robot, Alarma</vt:lpstr>
      <vt:lpstr>Herencia múltiple (mención breve)</vt:lpstr>
      <vt:lpstr>Cierre: la jerarquía de cuentas</vt:lpstr>
      <vt:lpstr>CÓDIGO — el padre define el esqueleto</vt:lpstr>
      <vt:lpstr>Los cuatro pilares de POO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Validaciones en Python</dc:title>
  <dc:subject>PptxGenJS Presentation</dc:subject>
  <dc:creator>Guía de validaciones</dc:creator>
  <cp:lastModifiedBy>sergio maldonado</cp:lastModifiedBy>
  <cp:revision>3</cp:revision>
  <dcterms:created xsi:type="dcterms:W3CDTF">2026-09-04T12:10:35Z</dcterms:created>
  <dcterms:modified xsi:type="dcterms:W3CDTF">2026-09-09T12:27:38Z</dcterms:modified>
</cp:coreProperties>
</file>